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6" r:id="rId4"/>
    <p:sldId id="275" r:id="rId5"/>
    <p:sldId id="277" r:id="rId6"/>
    <p:sldId id="261" r:id="rId7"/>
    <p:sldId id="278" r:id="rId8"/>
    <p:sldId id="264" r:id="rId9"/>
    <p:sldId id="279" r:id="rId10"/>
    <p:sldId id="27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5" d="100"/>
          <a:sy n="65" d="100"/>
        </p:scale>
        <p:origin x="-672" y="-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gradFill>
          <a:gsLst>
            <a:gs pos="0">
              <a:srgbClr val="FFC717">
                <a:lumMod val="40000"/>
                <a:lumOff val="60000"/>
              </a:srgbClr>
            </a:gs>
            <a:gs pos="100000">
              <a:srgbClr val="FFC717">
                <a:alpha val="0"/>
                <a:lumMod val="20000"/>
                <a:lumOff val="80000"/>
              </a:srgbClr>
            </a:gs>
          </a:gsLst>
          <a:lin ang="162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dt" sz="half" idx="10"/>
          </p:nvPr>
        </p:nvSpPr>
        <p:spPr>
          <a:xfrm>
            <a:off x="4718050" y="6409690"/>
            <a:ext cx="2743200" cy="274320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ftr" sz="quarter" idx="11"/>
          </p:nvPr>
        </p:nvSpPr>
        <p:spPr>
          <a:xfrm>
            <a:off x="660399" y="6409690"/>
            <a:ext cx="3657600" cy="274320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sldNum" sz="quarter" idx="12"/>
          </p:nvPr>
        </p:nvSpPr>
        <p:spPr>
          <a:xfrm>
            <a:off x="7861300" y="6409690"/>
            <a:ext cx="3657600" cy="274320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r"/>
            <a:fld id="{3386411A-70EE-422D-B97C-F56BEE3FF077}" type="slidenum">
              <a:rPr lang="en-US" sz="1200" b="0" i="0" u="none" baseline="0">
                <a:solidFill>
                  <a:srgbClr val="000000">
                    <a:tint val="75000"/>
                  </a:srgbClr>
                </a:solidFill>
                <a:latin typeface="Arial"/>
                <a:ea typeface="Arial"/>
              </a:rPr>
              <a:t>‹#›</a:t>
            </a:fld>
            <a:endParaRPr lang="en-US" sz="1200" b="0" i="0" u="none" baseline="0">
              <a:solidFill>
                <a:srgbClr val="000000">
                  <a:tint val="75000"/>
                </a:srgbClr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2192001" cy="6858571"/>
            <a:chOff x="0" y="0"/>
            <a:chExt cx="12192001" cy="685857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DA8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4" name="Freeform 4"/>
            <p:cNvSpPr/>
            <p:nvPr/>
          </p:nvSpPr>
          <p:spPr>
            <a:xfrm>
              <a:off x="8345837" y="3457662"/>
              <a:ext cx="1498663" cy="1393126"/>
            </a:xfrm>
            <a:custGeom>
              <a:avLst/>
              <a:gdLst/>
              <a:ahLst/>
              <a:cxnLst/>
              <a:rect l="l" t="t" r="r" b="b"/>
              <a:pathLst>
                <a:path w="1498663" h="1393126">
                  <a:moveTo>
                    <a:pt x="1498663" y="696563"/>
                  </a:moveTo>
                  <a:cubicBezTo>
                    <a:pt x="1498663" y="1081265"/>
                    <a:pt x="1163176" y="1393127"/>
                    <a:pt x="749332" y="1393127"/>
                  </a:cubicBezTo>
                  <a:cubicBezTo>
                    <a:pt x="335487" y="1393127"/>
                    <a:pt x="0" y="1081265"/>
                    <a:pt x="0" y="696563"/>
                  </a:cubicBezTo>
                  <a:cubicBezTo>
                    <a:pt x="0" y="311862"/>
                    <a:pt x="335487" y="0"/>
                    <a:pt x="749332" y="0"/>
                  </a:cubicBezTo>
                  <a:cubicBezTo>
                    <a:pt x="1163176" y="0"/>
                    <a:pt x="1498663" y="311862"/>
                    <a:pt x="1498663" y="696563"/>
                  </a:cubicBezTo>
                  <a:close/>
                </a:path>
              </a:pathLst>
            </a:custGeom>
            <a:solidFill>
              <a:srgbClr val="FFE592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5" name="Freeform 5"/>
            <p:cNvSpPr/>
            <p:nvPr/>
          </p:nvSpPr>
          <p:spPr>
            <a:xfrm>
              <a:off x="6444322" y="2105026"/>
              <a:ext cx="5747679" cy="4752975"/>
            </a:xfrm>
            <a:custGeom>
              <a:avLst/>
              <a:gdLst/>
              <a:ahLst/>
              <a:cxnLst/>
              <a:rect l="l" t="t" r="r" b="b"/>
              <a:pathLst>
                <a:path w="5747679" h="4752975">
                  <a:moveTo>
                    <a:pt x="4311133" y="403"/>
                  </a:moveTo>
                  <a:cubicBezTo>
                    <a:pt x="4697936" y="9349"/>
                    <a:pt x="5133063" y="166873"/>
                    <a:pt x="5503933" y="420166"/>
                  </a:cubicBezTo>
                  <a:cubicBezTo>
                    <a:pt x="5571364" y="466220"/>
                    <a:pt x="5631039" y="511608"/>
                    <a:pt x="5683851" y="556204"/>
                  </a:cubicBezTo>
                  <a:lnTo>
                    <a:pt x="5747679" y="616599"/>
                  </a:lnTo>
                  <a:lnTo>
                    <a:pt x="5747679" y="4752975"/>
                  </a:lnTo>
                  <a:lnTo>
                    <a:pt x="0" y="4752975"/>
                  </a:lnTo>
                  <a:lnTo>
                    <a:pt x="31482" y="4554509"/>
                  </a:lnTo>
                  <a:cubicBezTo>
                    <a:pt x="129078" y="4130452"/>
                    <a:pt x="416846" y="3732617"/>
                    <a:pt x="1087858" y="3545129"/>
                  </a:cubicBezTo>
                  <a:cubicBezTo>
                    <a:pt x="2877224" y="3045161"/>
                    <a:pt x="4012794" y="4125201"/>
                    <a:pt x="3407481" y="1941118"/>
                  </a:cubicBezTo>
                  <a:cubicBezTo>
                    <a:pt x="3010369" y="507752"/>
                    <a:pt x="3572691" y="-16677"/>
                    <a:pt x="4311133" y="403"/>
                  </a:cubicBezTo>
                  <a:close/>
                </a:path>
              </a:pathLst>
            </a:custGeom>
            <a:solidFill>
              <a:srgbClr val="FFCB48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grpSp>
          <p:nvGrpSpPr>
            <p:cNvPr id="6" name="Group 6"/>
            <p:cNvGrpSpPr/>
            <p:nvPr/>
          </p:nvGrpSpPr>
          <p:grpSpPr>
            <a:xfrm>
              <a:off x="10211480" y="343483"/>
              <a:ext cx="1636369" cy="1427246"/>
              <a:chOff x="10634688" y="-6006744"/>
              <a:chExt cx="1636369" cy="1427246"/>
            </a:xfrm>
            <a:solidFill>
              <a:srgbClr val="FFCB48"/>
            </a:solidFill>
          </p:grpSpPr>
          <p:sp>
            <p:nvSpPr>
              <p:cNvPr id="7" name="Freeform 7"/>
              <p:cNvSpPr/>
              <p:nvPr/>
            </p:nvSpPr>
            <p:spPr>
              <a:xfrm>
                <a:off x="11690794" y="-6006744"/>
                <a:ext cx="580263" cy="638175"/>
              </a:xfrm>
              <a:custGeom>
                <a:avLst/>
                <a:gdLst/>
                <a:ahLst/>
                <a:cxnLst/>
                <a:rect l="l" t="t" r="r" b="b"/>
                <a:pathLst>
                  <a:path w="580263" h="638175">
                    <a:moveTo>
                      <a:pt x="580263" y="319088"/>
                    </a:moveTo>
                    <a:cubicBezTo>
                      <a:pt x="580263" y="495315"/>
                      <a:pt x="450367" y="638175"/>
                      <a:pt x="290131" y="638175"/>
                    </a:cubicBezTo>
                    <a:cubicBezTo>
                      <a:pt x="129896" y="638175"/>
                      <a:pt x="-1" y="495315"/>
                      <a:pt x="-1" y="319088"/>
                    </a:cubicBezTo>
                    <a:cubicBezTo>
                      <a:pt x="-1" y="142860"/>
                      <a:pt x="129896" y="0"/>
                      <a:pt x="290131" y="0"/>
                    </a:cubicBezTo>
                    <a:cubicBezTo>
                      <a:pt x="450366" y="0"/>
                      <a:pt x="580263" y="142860"/>
                      <a:pt x="580263" y="319088"/>
                    </a:cubicBezTo>
                    <a:close/>
                  </a:path>
                </a:pathLst>
              </a:custGeom>
              <a:solidFill>
                <a:srgbClr val="FFCB48"/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8" name="Freeform 8"/>
              <p:cNvSpPr/>
              <p:nvPr/>
            </p:nvSpPr>
            <p:spPr>
              <a:xfrm>
                <a:off x="10634688" y="-5146806"/>
                <a:ext cx="602932" cy="567308"/>
              </a:xfrm>
              <a:custGeom>
                <a:avLst/>
                <a:gdLst/>
                <a:ahLst/>
                <a:cxnLst/>
                <a:rect l="l" t="t" r="r" b="b"/>
                <a:pathLst>
                  <a:path w="602932" h="567308">
                    <a:moveTo>
                      <a:pt x="602933" y="283655"/>
                    </a:moveTo>
                    <a:cubicBezTo>
                      <a:pt x="602933" y="440313"/>
                      <a:pt x="467961" y="567309"/>
                      <a:pt x="301466" y="567309"/>
                    </a:cubicBezTo>
                    <a:cubicBezTo>
                      <a:pt x="134971" y="567309"/>
                      <a:pt x="0" y="440313"/>
                      <a:pt x="0" y="283655"/>
                    </a:cubicBezTo>
                    <a:cubicBezTo>
                      <a:pt x="0" y="126996"/>
                      <a:pt x="134971" y="0"/>
                      <a:pt x="301466" y="0"/>
                    </a:cubicBezTo>
                    <a:cubicBezTo>
                      <a:pt x="467961" y="0"/>
                      <a:pt x="602933" y="126996"/>
                      <a:pt x="602933" y="283655"/>
                    </a:cubicBezTo>
                    <a:close/>
                  </a:path>
                </a:pathLst>
              </a:custGeom>
              <a:solidFill>
                <a:srgbClr val="FFCB48"/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</p:grpSp>
        <p:sp>
          <p:nvSpPr>
            <p:cNvPr id="9" name="Freeform 9"/>
            <p:cNvSpPr/>
            <p:nvPr/>
          </p:nvSpPr>
          <p:spPr>
            <a:xfrm>
              <a:off x="9021055" y="2844684"/>
              <a:ext cx="341233" cy="341233"/>
            </a:xfrm>
            <a:custGeom>
              <a:avLst/>
              <a:gdLst/>
              <a:ahLst/>
              <a:cxnLst/>
              <a:rect l="l" t="t" r="r" b="b"/>
              <a:pathLst>
                <a:path w="341233" h="341233">
                  <a:moveTo>
                    <a:pt x="14073" y="189333"/>
                  </a:moveTo>
                  <a:cubicBezTo>
                    <a:pt x="95607" y="213241"/>
                    <a:pt x="127992" y="245626"/>
                    <a:pt x="151900" y="327160"/>
                  </a:cubicBezTo>
                  <a:cubicBezTo>
                    <a:pt x="157424" y="345924"/>
                    <a:pt x="183809" y="345924"/>
                    <a:pt x="189333" y="327160"/>
                  </a:cubicBezTo>
                  <a:cubicBezTo>
                    <a:pt x="213241" y="245626"/>
                    <a:pt x="245626" y="213241"/>
                    <a:pt x="327160" y="189333"/>
                  </a:cubicBezTo>
                  <a:cubicBezTo>
                    <a:pt x="345924" y="183809"/>
                    <a:pt x="345924" y="157424"/>
                    <a:pt x="327160" y="151900"/>
                  </a:cubicBezTo>
                  <a:cubicBezTo>
                    <a:pt x="245626" y="127992"/>
                    <a:pt x="213241" y="95607"/>
                    <a:pt x="189333" y="14073"/>
                  </a:cubicBezTo>
                  <a:cubicBezTo>
                    <a:pt x="183809" y="-4691"/>
                    <a:pt x="157424" y="-4691"/>
                    <a:pt x="151900" y="14073"/>
                  </a:cubicBezTo>
                  <a:cubicBezTo>
                    <a:pt x="127992" y="95607"/>
                    <a:pt x="95607" y="127992"/>
                    <a:pt x="14073" y="151900"/>
                  </a:cubicBezTo>
                  <a:cubicBezTo>
                    <a:pt x="-4691" y="157424"/>
                    <a:pt x="-4691" y="183809"/>
                    <a:pt x="14073" y="189333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 lnSpcReduction="10000"/>
            </a:bodyPr>
            <a:lstStyle/>
            <a:p>
              <a:pPr marL="0" algn="l"/>
              <a:endParaRPr/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6856762" y="3892249"/>
              <a:ext cx="5134322" cy="2965751"/>
              <a:chOff x="5365315" y="-5239314"/>
              <a:chExt cx="6253564" cy="3612261"/>
            </a:xfrm>
          </p:grpSpPr>
          <p:grpSp>
            <p:nvGrpSpPr>
              <p:cNvPr id="11" name="Group 11"/>
              <p:cNvGrpSpPr/>
              <p:nvPr/>
            </p:nvGrpSpPr>
            <p:grpSpPr>
              <a:xfrm>
                <a:off x="5365315" y="-2645085"/>
                <a:ext cx="6253564" cy="1018032"/>
                <a:chOff x="5365315" y="-2645085"/>
                <a:chExt cx="6253564" cy="1018032"/>
              </a:xfrm>
            </p:grpSpPr>
            <p:grpSp>
              <p:nvGrpSpPr>
                <p:cNvPr id="12" name="Group 12"/>
                <p:cNvGrpSpPr/>
                <p:nvPr/>
              </p:nvGrpSpPr>
              <p:grpSpPr>
                <a:xfrm>
                  <a:off x="5365315" y="-2645085"/>
                  <a:ext cx="6253564" cy="1018032"/>
                  <a:chOff x="5365315" y="-2645085"/>
                  <a:chExt cx="6253564" cy="1018032"/>
                </a:xfrm>
              </p:grpSpPr>
              <p:sp>
                <p:nvSpPr>
                  <p:cNvPr id="13" name="Freeform 13"/>
                  <p:cNvSpPr/>
                  <p:nvPr/>
                </p:nvSpPr>
                <p:spPr>
                  <a:xfrm>
                    <a:off x="5365315" y="-2645085"/>
                    <a:ext cx="1917594" cy="10179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17594" h="1017936">
                        <a:moveTo>
                          <a:pt x="1917594" y="1017937"/>
                        </a:moveTo>
                        <a:lnTo>
                          <a:pt x="210524" y="1017937"/>
                        </a:lnTo>
                        <a:cubicBezTo>
                          <a:pt x="-263155" y="459486"/>
                          <a:pt x="210524" y="0"/>
                          <a:pt x="210524" y="0"/>
                        </a:cubicBezTo>
                        <a:lnTo>
                          <a:pt x="1917594" y="0"/>
                        </a:lnTo>
                        <a:cubicBezTo>
                          <a:pt x="1917594" y="0"/>
                          <a:pt x="1443916" y="459486"/>
                          <a:pt x="1917594" y="1017937"/>
                        </a:cubicBezTo>
                        <a:close/>
                      </a:path>
                    </a:pathLst>
                  </a:custGeom>
                  <a:solidFill>
                    <a:srgbClr val="FF5900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14" name="Freeform 14"/>
                  <p:cNvSpPr/>
                  <p:nvPr/>
                </p:nvSpPr>
                <p:spPr>
                  <a:xfrm>
                    <a:off x="7072386" y="-2644990"/>
                    <a:ext cx="4546494" cy="10179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46494" h="1017936">
                        <a:moveTo>
                          <a:pt x="156707" y="348996"/>
                        </a:moveTo>
                        <a:cubicBezTo>
                          <a:pt x="102224" y="528542"/>
                          <a:pt x="141848" y="708565"/>
                          <a:pt x="274341" y="884968"/>
                        </a:cubicBezTo>
                        <a:lnTo>
                          <a:pt x="4480010" y="884968"/>
                        </a:lnTo>
                        <a:cubicBezTo>
                          <a:pt x="4516681" y="884968"/>
                          <a:pt x="4546495" y="914686"/>
                          <a:pt x="4546495" y="951452"/>
                        </a:cubicBezTo>
                        <a:lnTo>
                          <a:pt x="4546495" y="951452"/>
                        </a:lnTo>
                        <a:cubicBezTo>
                          <a:pt x="4546495" y="988124"/>
                          <a:pt x="4516777" y="1017937"/>
                          <a:pt x="4480010" y="1017937"/>
                        </a:cubicBezTo>
                        <a:lnTo>
                          <a:pt x="210524" y="1017937"/>
                        </a:lnTo>
                        <a:cubicBezTo>
                          <a:pt x="-263155" y="459486"/>
                          <a:pt x="210524" y="0"/>
                          <a:pt x="210524" y="0"/>
                        </a:cubicBezTo>
                        <a:lnTo>
                          <a:pt x="4480010" y="0"/>
                        </a:lnTo>
                        <a:cubicBezTo>
                          <a:pt x="4516681" y="0"/>
                          <a:pt x="4546495" y="29718"/>
                          <a:pt x="4546495" y="66485"/>
                        </a:cubicBezTo>
                        <a:lnTo>
                          <a:pt x="4546495" y="66485"/>
                        </a:lnTo>
                        <a:cubicBezTo>
                          <a:pt x="4546495" y="103156"/>
                          <a:pt x="4516777" y="132969"/>
                          <a:pt x="4480010" y="132969"/>
                        </a:cubicBezTo>
                        <a:lnTo>
                          <a:pt x="270817" y="132969"/>
                        </a:lnTo>
                        <a:cubicBezTo>
                          <a:pt x="237384" y="175355"/>
                          <a:pt x="186330" y="251365"/>
                          <a:pt x="156707" y="348996"/>
                        </a:cubicBezTo>
                        <a:close/>
                      </a:path>
                    </a:pathLst>
                  </a:custGeom>
                  <a:solidFill>
                    <a:srgbClr val="FF7402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15" name="Freeform 15"/>
                  <p:cNvSpPr/>
                  <p:nvPr/>
                </p:nvSpPr>
                <p:spPr>
                  <a:xfrm>
                    <a:off x="7205406" y="-2512116"/>
                    <a:ext cx="4216211" cy="75209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16211" h="752093">
                        <a:moveTo>
                          <a:pt x="4216211" y="0"/>
                        </a:moveTo>
                        <a:lnTo>
                          <a:pt x="4216211" y="752094"/>
                        </a:lnTo>
                        <a:lnTo>
                          <a:pt x="141321" y="752094"/>
                        </a:lnTo>
                        <a:cubicBezTo>
                          <a:pt x="8828" y="575786"/>
                          <a:pt x="-30796" y="395669"/>
                          <a:pt x="23687" y="216122"/>
                        </a:cubicBezTo>
                        <a:cubicBezTo>
                          <a:pt x="53310" y="118491"/>
                          <a:pt x="104364" y="42481"/>
                          <a:pt x="137797" y="0"/>
                        </a:cubicBezTo>
                        <a:lnTo>
                          <a:pt x="4216211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</p:grpSp>
            <p:sp>
              <p:nvSpPr>
                <p:cNvPr id="16" name="Freeform 16"/>
                <p:cNvSpPr/>
                <p:nvPr/>
              </p:nvSpPr>
              <p:spPr>
                <a:xfrm>
                  <a:off x="7953184" y="-2280945"/>
                  <a:ext cx="3197828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7828" h="9525">
                      <a:moveTo>
                        <a:pt x="3197829" y="0"/>
                      </a:moveTo>
                      <a:lnTo>
                        <a:pt x="0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17" name="Freeform 17"/>
                <p:cNvSpPr/>
                <p:nvPr/>
              </p:nvSpPr>
              <p:spPr>
                <a:xfrm>
                  <a:off x="8780144" y="-2143880"/>
                  <a:ext cx="2357723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57723" h="9525">
                      <a:moveTo>
                        <a:pt x="0" y="0"/>
                      </a:moveTo>
                      <a:lnTo>
                        <a:pt x="2357724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18" name="Freeform 18"/>
                <p:cNvSpPr/>
                <p:nvPr/>
              </p:nvSpPr>
              <p:spPr>
                <a:xfrm>
                  <a:off x="7527988" y="-1902897"/>
                  <a:ext cx="3761041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1041" h="9525">
                      <a:moveTo>
                        <a:pt x="3761042" y="0"/>
                      </a:moveTo>
                      <a:lnTo>
                        <a:pt x="0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19" name="Freeform 19"/>
                <p:cNvSpPr/>
                <p:nvPr/>
              </p:nvSpPr>
              <p:spPr>
                <a:xfrm>
                  <a:off x="8111584" y="-2287803"/>
                  <a:ext cx="430815" cy="3360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0815" h="336041">
                      <a:moveTo>
                        <a:pt x="430816" y="336042"/>
                      </a:moveTo>
                      <a:lnTo>
                        <a:pt x="255366" y="249650"/>
                      </a:lnTo>
                      <a:lnTo>
                        <a:pt x="124683" y="336042"/>
                      </a:lnTo>
                      <a:lnTo>
                        <a:pt x="0" y="0"/>
                      </a:lnTo>
                      <a:lnTo>
                        <a:pt x="306134" y="0"/>
                      </a:lnTo>
                      <a:close/>
                    </a:path>
                  </a:pathLst>
                </a:custGeom>
                <a:solidFill>
                  <a:srgbClr val="0C1A44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 fontScale="85000" lnSpcReduction="20000"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20" name="Freeform 20"/>
                <p:cNvSpPr/>
                <p:nvPr/>
              </p:nvSpPr>
              <p:spPr>
                <a:xfrm>
                  <a:off x="5757385" y="-2251893"/>
                  <a:ext cx="919733" cy="2253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9733" h="225361">
                      <a:moveTo>
                        <a:pt x="919734" y="112681"/>
                      </a:moveTo>
                      <a:cubicBezTo>
                        <a:pt x="919734" y="174913"/>
                        <a:pt x="713845" y="225361"/>
                        <a:pt x="459867" y="225361"/>
                      </a:cubicBezTo>
                      <a:cubicBezTo>
                        <a:pt x="205889" y="225361"/>
                        <a:pt x="0" y="174912"/>
                        <a:pt x="0" y="112681"/>
                      </a:cubicBezTo>
                      <a:cubicBezTo>
                        <a:pt x="0" y="50449"/>
                        <a:pt x="205889" y="0"/>
                        <a:pt x="459867" y="0"/>
                      </a:cubicBezTo>
                      <a:cubicBezTo>
                        <a:pt x="713845" y="0"/>
                        <a:pt x="919734" y="50449"/>
                        <a:pt x="919734" y="112681"/>
                      </a:cubicBezTo>
                      <a:close/>
                    </a:path>
                  </a:pathLst>
                </a:custGeom>
                <a:solidFill>
                  <a:srgbClr val="FF7402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 fontScale="40000" lnSpcReduction="20000"/>
                </a:bodyPr>
                <a:lstStyle/>
                <a:p>
                  <a:pPr marL="0" algn="l"/>
                  <a:endParaRPr/>
                </a:p>
              </p:txBody>
            </p:sp>
          </p:grpSp>
          <p:grpSp>
            <p:nvGrpSpPr>
              <p:cNvPr id="21" name="Group 21"/>
              <p:cNvGrpSpPr/>
              <p:nvPr/>
            </p:nvGrpSpPr>
            <p:grpSpPr>
              <a:xfrm>
                <a:off x="6550754" y="-3503193"/>
                <a:ext cx="4401184" cy="861631"/>
                <a:chOff x="6550754" y="-3503193"/>
                <a:chExt cx="4401184" cy="861631"/>
              </a:xfrm>
            </p:grpSpPr>
            <p:grpSp>
              <p:nvGrpSpPr>
                <p:cNvPr id="22" name="Group 22"/>
                <p:cNvGrpSpPr/>
                <p:nvPr/>
              </p:nvGrpSpPr>
              <p:grpSpPr>
                <a:xfrm>
                  <a:off x="6550754" y="-3503193"/>
                  <a:ext cx="4401184" cy="861631"/>
                  <a:chOff x="6550754" y="-3503193"/>
                  <a:chExt cx="4401184" cy="861631"/>
                </a:xfrm>
              </p:grpSpPr>
              <p:sp>
                <p:nvSpPr>
                  <p:cNvPr id="23" name="Freeform 23"/>
                  <p:cNvSpPr/>
                  <p:nvPr/>
                </p:nvSpPr>
                <p:spPr>
                  <a:xfrm>
                    <a:off x="7752238" y="-3503193"/>
                    <a:ext cx="454310" cy="8616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4310" h="861631">
                        <a:moveTo>
                          <a:pt x="454311" y="861632"/>
                        </a:moveTo>
                        <a:lnTo>
                          <a:pt x="178181" y="861632"/>
                        </a:lnTo>
                        <a:cubicBezTo>
                          <a:pt x="-222726" y="388906"/>
                          <a:pt x="178181" y="0"/>
                          <a:pt x="178181" y="0"/>
                        </a:cubicBezTo>
                        <a:lnTo>
                          <a:pt x="454311" y="0"/>
                        </a:lnTo>
                        <a:cubicBezTo>
                          <a:pt x="454311" y="0"/>
                          <a:pt x="53403" y="388906"/>
                          <a:pt x="454311" y="861632"/>
                        </a:cubicBezTo>
                        <a:close/>
                      </a:path>
                    </a:pathLst>
                  </a:custGeom>
                  <a:solidFill>
                    <a:srgbClr val="284499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24" name="Freeform 24"/>
                  <p:cNvSpPr/>
                  <p:nvPr/>
                </p:nvSpPr>
                <p:spPr>
                  <a:xfrm>
                    <a:off x="6583520" y="-3503193"/>
                    <a:ext cx="1346803" cy="8616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46803" h="861631">
                        <a:moveTo>
                          <a:pt x="1346803" y="861632"/>
                        </a:moveTo>
                        <a:lnTo>
                          <a:pt x="178181" y="861632"/>
                        </a:lnTo>
                        <a:cubicBezTo>
                          <a:pt x="-222726" y="388906"/>
                          <a:pt x="178181" y="0"/>
                          <a:pt x="178181" y="0"/>
                        </a:cubicBezTo>
                        <a:lnTo>
                          <a:pt x="1346803" y="0"/>
                        </a:lnTo>
                        <a:cubicBezTo>
                          <a:pt x="1346803" y="0"/>
                          <a:pt x="945896" y="388906"/>
                          <a:pt x="1346803" y="861632"/>
                        </a:cubicBezTo>
                        <a:close/>
                      </a:path>
                    </a:pathLst>
                  </a:custGeom>
                  <a:solidFill>
                    <a:srgbClr val="0C1A44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25" name="Freeform 25"/>
                  <p:cNvSpPr/>
                  <p:nvPr/>
                </p:nvSpPr>
                <p:spPr>
                  <a:xfrm>
                    <a:off x="8028272" y="-3503097"/>
                    <a:ext cx="2923666" cy="8615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23666" h="861536">
                        <a:moveTo>
                          <a:pt x="132652" y="295370"/>
                        </a:moveTo>
                        <a:cubicBezTo>
                          <a:pt x="86551" y="447294"/>
                          <a:pt x="120078" y="599694"/>
                          <a:pt x="232188" y="748951"/>
                        </a:cubicBezTo>
                        <a:lnTo>
                          <a:pt x="2867375" y="748951"/>
                        </a:lnTo>
                        <a:cubicBezTo>
                          <a:pt x="2898426" y="748951"/>
                          <a:pt x="2923667" y="774097"/>
                          <a:pt x="2923667" y="805244"/>
                        </a:cubicBezTo>
                        <a:lnTo>
                          <a:pt x="2923667" y="805244"/>
                        </a:lnTo>
                        <a:cubicBezTo>
                          <a:pt x="2923667" y="836295"/>
                          <a:pt x="2898521" y="861536"/>
                          <a:pt x="2867375" y="861536"/>
                        </a:cubicBezTo>
                        <a:lnTo>
                          <a:pt x="178181" y="861536"/>
                        </a:lnTo>
                        <a:cubicBezTo>
                          <a:pt x="-222726" y="388906"/>
                          <a:pt x="178181" y="0"/>
                          <a:pt x="178181" y="0"/>
                        </a:cubicBezTo>
                        <a:lnTo>
                          <a:pt x="2867375" y="0"/>
                        </a:lnTo>
                        <a:cubicBezTo>
                          <a:pt x="2898426" y="0"/>
                          <a:pt x="2923667" y="25146"/>
                          <a:pt x="2923667" y="56293"/>
                        </a:cubicBezTo>
                        <a:lnTo>
                          <a:pt x="2923667" y="56293"/>
                        </a:lnTo>
                        <a:cubicBezTo>
                          <a:pt x="2923667" y="87344"/>
                          <a:pt x="2898521" y="112586"/>
                          <a:pt x="2867375" y="112586"/>
                        </a:cubicBezTo>
                        <a:lnTo>
                          <a:pt x="229235" y="112586"/>
                        </a:lnTo>
                        <a:cubicBezTo>
                          <a:pt x="200946" y="148495"/>
                          <a:pt x="157702" y="212788"/>
                          <a:pt x="132652" y="295370"/>
                        </a:cubicBezTo>
                        <a:close/>
                      </a:path>
                    </a:pathLst>
                  </a:custGeom>
                  <a:solidFill>
                    <a:srgbClr val="1B3276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26" name="Freeform 26"/>
                  <p:cNvSpPr/>
                  <p:nvPr/>
                </p:nvSpPr>
                <p:spPr>
                  <a:xfrm>
                    <a:off x="8140881" y="-3390607"/>
                    <a:ext cx="2644085" cy="6365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44085" h="636555">
                        <a:moveTo>
                          <a:pt x="2644086" y="0"/>
                        </a:moveTo>
                        <a:lnTo>
                          <a:pt x="2644086" y="636556"/>
                        </a:lnTo>
                        <a:lnTo>
                          <a:pt x="119579" y="636556"/>
                        </a:lnTo>
                        <a:cubicBezTo>
                          <a:pt x="7470" y="487299"/>
                          <a:pt x="-26058" y="334899"/>
                          <a:pt x="20043" y="182975"/>
                        </a:cubicBezTo>
                        <a:cubicBezTo>
                          <a:pt x="45094" y="100298"/>
                          <a:pt x="88337" y="36004"/>
                          <a:pt x="116626" y="0"/>
                        </a:cubicBezTo>
                        <a:lnTo>
                          <a:pt x="2644086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27" name="Freeform 27"/>
                  <p:cNvSpPr/>
                  <p:nvPr/>
                </p:nvSpPr>
                <p:spPr>
                  <a:xfrm>
                    <a:off x="6550754" y="-3503193"/>
                    <a:ext cx="454310" cy="8616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4310" h="861631">
                        <a:moveTo>
                          <a:pt x="454311" y="861632"/>
                        </a:moveTo>
                        <a:lnTo>
                          <a:pt x="178181" y="861632"/>
                        </a:lnTo>
                        <a:cubicBezTo>
                          <a:pt x="-222726" y="388906"/>
                          <a:pt x="178181" y="0"/>
                          <a:pt x="178181" y="0"/>
                        </a:cubicBezTo>
                        <a:lnTo>
                          <a:pt x="454311" y="0"/>
                        </a:lnTo>
                        <a:cubicBezTo>
                          <a:pt x="454311" y="0"/>
                          <a:pt x="53404" y="388906"/>
                          <a:pt x="454311" y="861632"/>
                        </a:cubicBezTo>
                        <a:close/>
                      </a:path>
                    </a:pathLst>
                  </a:custGeom>
                  <a:solidFill>
                    <a:srgbClr val="284499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</p:grpSp>
            <p:sp>
              <p:nvSpPr>
                <p:cNvPr id="28" name="Freeform 28"/>
                <p:cNvSpPr/>
                <p:nvPr/>
              </p:nvSpPr>
              <p:spPr>
                <a:xfrm>
                  <a:off x="8773667" y="-3194963"/>
                  <a:ext cx="1782318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2318" h="9525">
                      <a:moveTo>
                        <a:pt x="1782318" y="0"/>
                      </a:moveTo>
                      <a:lnTo>
                        <a:pt x="0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29" name="Freeform 29"/>
                <p:cNvSpPr/>
                <p:nvPr/>
              </p:nvSpPr>
              <p:spPr>
                <a:xfrm>
                  <a:off x="9473564" y="-3078949"/>
                  <a:ext cx="1071276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276" h="9525">
                      <a:moveTo>
                        <a:pt x="0" y="0"/>
                      </a:moveTo>
                      <a:lnTo>
                        <a:pt x="1071277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30" name="Freeform 30"/>
                <p:cNvSpPr/>
                <p:nvPr/>
              </p:nvSpPr>
              <p:spPr>
                <a:xfrm>
                  <a:off x="8413908" y="-2875019"/>
                  <a:ext cx="2258853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58853" h="9525">
                      <a:moveTo>
                        <a:pt x="2258854" y="0"/>
                      </a:moveTo>
                      <a:lnTo>
                        <a:pt x="0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l"/>
                  <a:endParaRPr/>
                </a:p>
              </p:txBody>
            </p:sp>
          </p:grpSp>
          <p:grpSp>
            <p:nvGrpSpPr>
              <p:cNvPr id="31" name="Group 31"/>
              <p:cNvGrpSpPr/>
              <p:nvPr/>
            </p:nvGrpSpPr>
            <p:grpSpPr>
              <a:xfrm>
                <a:off x="9038137" y="-5239314"/>
                <a:ext cx="1631705" cy="1728487"/>
                <a:chOff x="9038137" y="-5239314"/>
                <a:chExt cx="1631705" cy="1728487"/>
              </a:xfrm>
            </p:grpSpPr>
            <p:grpSp>
              <p:nvGrpSpPr>
                <p:cNvPr id="32" name="Group 32"/>
                <p:cNvGrpSpPr/>
                <p:nvPr/>
              </p:nvGrpSpPr>
              <p:grpSpPr>
                <a:xfrm>
                  <a:off x="9038137" y="-5239314"/>
                  <a:ext cx="1631705" cy="1728487"/>
                  <a:chOff x="9038137" y="-5239314"/>
                  <a:chExt cx="1631705" cy="1728487"/>
                </a:xfrm>
              </p:grpSpPr>
              <p:sp>
                <p:nvSpPr>
                  <p:cNvPr id="33" name="Freeform 33"/>
                  <p:cNvSpPr/>
                  <p:nvPr/>
                </p:nvSpPr>
                <p:spPr>
                  <a:xfrm>
                    <a:off x="9099422" y="-5217209"/>
                    <a:ext cx="753808" cy="39206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53808" h="392067">
                        <a:moveTo>
                          <a:pt x="0" y="37426"/>
                        </a:moveTo>
                        <a:cubicBezTo>
                          <a:pt x="0" y="37426"/>
                          <a:pt x="114776" y="436142"/>
                          <a:pt x="753808" y="388041"/>
                        </a:cubicBezTo>
                        <a:cubicBezTo>
                          <a:pt x="753808" y="387946"/>
                          <a:pt x="700088" y="-143073"/>
                          <a:pt x="0" y="37426"/>
                        </a:cubicBezTo>
                        <a:close/>
                      </a:path>
                    </a:pathLst>
                  </a:custGeom>
                  <a:solidFill>
                    <a:srgbClr val="0C1A44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 fontScale="92500" lnSpcReduction="20000"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34" name="Freeform 34"/>
                  <p:cNvSpPr/>
                  <p:nvPr/>
                </p:nvSpPr>
                <p:spPr>
                  <a:xfrm>
                    <a:off x="9713403" y="-5239314"/>
                    <a:ext cx="152788" cy="5273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2788" h="527399">
                        <a:moveTo>
                          <a:pt x="0" y="0"/>
                        </a:moveTo>
                        <a:cubicBezTo>
                          <a:pt x="0" y="0"/>
                          <a:pt x="242126" y="154876"/>
                          <a:pt x="116777" y="527399"/>
                        </a:cubicBezTo>
                      </a:path>
                    </a:pathLst>
                  </a:custGeom>
                  <a:noFill/>
                  <a:ln w="19050" cap="rnd">
                    <a:solidFill>
                      <a:srgbClr val="2C0303"/>
                    </a:solidFill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35" name="Freeform 35"/>
                  <p:cNvSpPr/>
                  <p:nvPr/>
                </p:nvSpPr>
                <p:spPr>
                  <a:xfrm>
                    <a:off x="9038137" y="-4857608"/>
                    <a:ext cx="1631705" cy="13467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31705" h="1346781">
                        <a:moveTo>
                          <a:pt x="776994" y="138454"/>
                        </a:moveTo>
                        <a:cubicBezTo>
                          <a:pt x="776994" y="138454"/>
                          <a:pt x="29662" y="-226163"/>
                          <a:pt x="1278" y="410679"/>
                        </a:cubicBezTo>
                        <a:cubicBezTo>
                          <a:pt x="-27012" y="1047425"/>
                          <a:pt x="418854" y="1360512"/>
                          <a:pt x="899962" y="1346320"/>
                        </a:cubicBezTo>
                        <a:cubicBezTo>
                          <a:pt x="1381069" y="1332127"/>
                          <a:pt x="1858748" y="641089"/>
                          <a:pt x="1514610" y="173411"/>
                        </a:cubicBezTo>
                        <a:cubicBezTo>
                          <a:pt x="1243338" y="-195206"/>
                          <a:pt x="776994" y="138454"/>
                          <a:pt x="776994" y="138454"/>
                        </a:cubicBezTo>
                        <a:close/>
                      </a:path>
                    </a:pathLst>
                  </a:custGeom>
                  <a:solidFill>
                    <a:srgbClr val="FF5900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</p:grpSp>
            <p:sp>
              <p:nvSpPr>
                <p:cNvPr id="36" name="Freeform 36"/>
                <p:cNvSpPr/>
                <p:nvPr/>
              </p:nvSpPr>
              <p:spPr>
                <a:xfrm>
                  <a:off x="10044112" y="-4788306"/>
                  <a:ext cx="354711" cy="2089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4711" h="208978">
                      <a:moveTo>
                        <a:pt x="354711" y="104489"/>
                      </a:moveTo>
                      <a:cubicBezTo>
                        <a:pt x="354711" y="162197"/>
                        <a:pt x="275306" y="208979"/>
                        <a:pt x="177355" y="208979"/>
                      </a:cubicBezTo>
                      <a:cubicBezTo>
                        <a:pt x="79405" y="208979"/>
                        <a:pt x="0" y="162197"/>
                        <a:pt x="0" y="104489"/>
                      </a:cubicBezTo>
                      <a:cubicBezTo>
                        <a:pt x="0" y="46781"/>
                        <a:pt x="79405" y="0"/>
                        <a:pt x="177355" y="0"/>
                      </a:cubicBezTo>
                      <a:cubicBezTo>
                        <a:pt x="275306" y="0"/>
                        <a:pt x="354711" y="46781"/>
                        <a:pt x="354711" y="104489"/>
                      </a:cubicBezTo>
                      <a:close/>
                    </a:path>
                  </a:pathLst>
                </a:custGeom>
                <a:solidFill>
                  <a:srgbClr val="FF7402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 fontScale="32500" lnSpcReduction="20000"/>
                </a:bodyPr>
                <a:lstStyle/>
                <a:p>
                  <a:pPr marL="0" algn="l"/>
                  <a:endParaRPr/>
                </a:p>
              </p:txBody>
            </p:sp>
          </p:grpSp>
        </p:grpSp>
        <p:sp>
          <p:nvSpPr>
            <p:cNvPr id="37" name="Freeform 37"/>
            <p:cNvSpPr/>
            <p:nvPr/>
          </p:nvSpPr>
          <p:spPr>
            <a:xfrm>
              <a:off x="7813458" y="3255479"/>
              <a:ext cx="959725" cy="960911"/>
            </a:xfrm>
            <a:custGeom>
              <a:avLst/>
              <a:gdLst/>
              <a:ahLst/>
              <a:cxnLst/>
              <a:rect l="l" t="t" r="r" b="b"/>
              <a:pathLst>
                <a:path w="959725" h="960911">
                  <a:moveTo>
                    <a:pt x="705225" y="36475"/>
                  </a:moveTo>
                  <a:lnTo>
                    <a:pt x="702939" y="312319"/>
                  </a:lnTo>
                  <a:cubicBezTo>
                    <a:pt x="702843" y="324225"/>
                    <a:pt x="708558" y="335369"/>
                    <a:pt x="718369" y="342227"/>
                  </a:cubicBezTo>
                  <a:lnTo>
                    <a:pt x="944302" y="500533"/>
                  </a:lnTo>
                  <a:cubicBezTo>
                    <a:pt x="968877" y="517678"/>
                    <a:pt x="962971" y="555587"/>
                    <a:pt x="934491" y="564636"/>
                  </a:cubicBezTo>
                  <a:lnTo>
                    <a:pt x="671411" y="647694"/>
                  </a:lnTo>
                  <a:cubicBezTo>
                    <a:pt x="660076" y="651314"/>
                    <a:pt x="651218" y="660172"/>
                    <a:pt x="647694" y="671602"/>
                  </a:cubicBezTo>
                  <a:lnTo>
                    <a:pt x="567017" y="935349"/>
                  </a:lnTo>
                  <a:cubicBezTo>
                    <a:pt x="558254" y="964019"/>
                    <a:pt x="520440" y="970115"/>
                    <a:pt x="503009" y="945732"/>
                  </a:cubicBezTo>
                  <a:lnTo>
                    <a:pt x="342703" y="721227"/>
                  </a:lnTo>
                  <a:cubicBezTo>
                    <a:pt x="335750" y="711512"/>
                    <a:pt x="324510" y="705892"/>
                    <a:pt x="312699" y="706082"/>
                  </a:cubicBezTo>
                  <a:lnTo>
                    <a:pt x="36855" y="710845"/>
                  </a:lnTo>
                  <a:cubicBezTo>
                    <a:pt x="6947" y="711321"/>
                    <a:pt x="-10674" y="677317"/>
                    <a:pt x="7137" y="653219"/>
                  </a:cubicBezTo>
                  <a:lnTo>
                    <a:pt x="171158" y="431381"/>
                  </a:lnTo>
                  <a:cubicBezTo>
                    <a:pt x="178206" y="421856"/>
                    <a:pt x="180111" y="409379"/>
                    <a:pt x="176301" y="398139"/>
                  </a:cubicBezTo>
                  <a:lnTo>
                    <a:pt x="86576" y="137249"/>
                  </a:lnTo>
                  <a:cubicBezTo>
                    <a:pt x="76860" y="108960"/>
                    <a:pt x="103816" y="81719"/>
                    <a:pt x="132201" y="91244"/>
                  </a:cubicBezTo>
                  <a:lnTo>
                    <a:pt x="393852" y="178683"/>
                  </a:lnTo>
                  <a:cubicBezTo>
                    <a:pt x="405092" y="182493"/>
                    <a:pt x="417570" y="180398"/>
                    <a:pt x="427095" y="173254"/>
                  </a:cubicBezTo>
                  <a:lnTo>
                    <a:pt x="647408" y="7328"/>
                  </a:lnTo>
                  <a:cubicBezTo>
                    <a:pt x="671316" y="-10674"/>
                    <a:pt x="705510" y="6566"/>
                    <a:pt x="705225" y="36475"/>
                  </a:cubicBez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38" name="Freeform 38"/>
            <p:cNvSpPr/>
            <p:nvPr/>
          </p:nvSpPr>
          <p:spPr>
            <a:xfrm>
              <a:off x="9462589" y="461102"/>
              <a:ext cx="494489" cy="1314545"/>
            </a:xfrm>
            <a:custGeom>
              <a:avLst/>
              <a:gdLst/>
              <a:ahLst/>
              <a:cxnLst/>
              <a:rect l="l" t="t" r="r" b="b"/>
              <a:pathLst>
                <a:path w="494489" h="1314545">
                  <a:moveTo>
                    <a:pt x="217091" y="0"/>
                  </a:moveTo>
                  <a:cubicBezTo>
                    <a:pt x="733537" y="224599"/>
                    <a:pt x="425308" y="828104"/>
                    <a:pt x="126127" y="859917"/>
                  </a:cubicBezTo>
                  <a:cubicBezTo>
                    <a:pt x="-173053" y="891730"/>
                    <a:pt x="128128" y="444151"/>
                    <a:pt x="327677" y="856679"/>
                  </a:cubicBezTo>
                  <a:cubicBezTo>
                    <a:pt x="449406" y="1108234"/>
                    <a:pt x="254239" y="1314545"/>
                    <a:pt x="254239" y="1314545"/>
                  </a:cubicBezTo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39" name="Freeform 39"/>
            <p:cNvSpPr/>
            <p:nvPr/>
          </p:nvSpPr>
          <p:spPr>
            <a:xfrm>
              <a:off x="1845906" y="782715"/>
              <a:ext cx="917878" cy="566356"/>
            </a:xfrm>
            <a:custGeom>
              <a:avLst/>
              <a:gdLst/>
              <a:ahLst/>
              <a:cxnLst/>
              <a:rect l="l" t="t" r="r" b="b"/>
              <a:pathLst>
                <a:path w="917878" h="566356">
                  <a:moveTo>
                    <a:pt x="0" y="566357"/>
                  </a:moveTo>
                  <a:cubicBezTo>
                    <a:pt x="6191" y="547878"/>
                    <a:pt x="116967" y="0"/>
                    <a:pt x="560165" y="0"/>
                  </a:cubicBezTo>
                  <a:cubicBezTo>
                    <a:pt x="1003363" y="0"/>
                    <a:pt x="966502" y="369380"/>
                    <a:pt x="812578" y="320135"/>
                  </a:cubicBezTo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grpSp>
          <p:nvGrpSpPr>
            <p:cNvPr id="40" name="Group 40"/>
            <p:cNvGrpSpPr/>
            <p:nvPr/>
          </p:nvGrpSpPr>
          <p:grpSpPr>
            <a:xfrm>
              <a:off x="1" y="1063960"/>
              <a:ext cx="5259062" cy="5794611"/>
              <a:chOff x="0" y="257633"/>
              <a:chExt cx="5990867" cy="6600938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575595" y="257633"/>
                <a:ext cx="2406205" cy="2236469"/>
              </a:xfrm>
              <a:custGeom>
                <a:avLst/>
                <a:gdLst/>
                <a:ahLst/>
                <a:cxnLst/>
                <a:rect l="l" t="t" r="r" b="b"/>
                <a:pathLst>
                  <a:path w="2406205" h="2236470">
                    <a:moveTo>
                      <a:pt x="2406205" y="1118235"/>
                    </a:moveTo>
                    <a:cubicBezTo>
                      <a:pt x="2406205" y="1735819"/>
                      <a:pt x="1867558" y="2236470"/>
                      <a:pt x="1203103" y="2236470"/>
                    </a:cubicBezTo>
                    <a:cubicBezTo>
                      <a:pt x="538647" y="2236470"/>
                      <a:pt x="0" y="1735819"/>
                      <a:pt x="0" y="1118235"/>
                    </a:cubicBezTo>
                    <a:cubicBezTo>
                      <a:pt x="0" y="500651"/>
                      <a:pt x="538647" y="0"/>
                      <a:pt x="1203103" y="0"/>
                    </a:cubicBezTo>
                    <a:cubicBezTo>
                      <a:pt x="1867558" y="0"/>
                      <a:pt x="2406205" y="500651"/>
                      <a:pt x="2406205" y="1118235"/>
                    </a:cubicBezTo>
                    <a:close/>
                  </a:path>
                </a:pathLst>
              </a:custGeom>
              <a:solidFill>
                <a:srgbClr val="FFE592"/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grpSp>
            <p:nvGrpSpPr>
              <p:cNvPr id="42" name="Group 42"/>
              <p:cNvGrpSpPr/>
              <p:nvPr/>
            </p:nvGrpSpPr>
            <p:grpSpPr>
              <a:xfrm>
                <a:off x="377571" y="2105025"/>
                <a:ext cx="5613296" cy="4707350"/>
                <a:chOff x="377571" y="2105025"/>
                <a:chExt cx="5613296" cy="4707350"/>
              </a:xfrm>
              <a:solidFill>
                <a:srgbClr val="FFCB48"/>
              </a:solidFill>
            </p:grpSpPr>
            <p:sp>
              <p:nvSpPr>
                <p:cNvPr id="43" name="Freeform 43"/>
                <p:cNvSpPr/>
                <p:nvPr/>
              </p:nvSpPr>
              <p:spPr>
                <a:xfrm>
                  <a:off x="377571" y="2105025"/>
                  <a:ext cx="1482090" cy="13483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2090" h="1348359">
                      <a:moveTo>
                        <a:pt x="1482090" y="674180"/>
                      </a:moveTo>
                      <a:cubicBezTo>
                        <a:pt x="1482090" y="1046519"/>
                        <a:pt x="1150313" y="1348359"/>
                        <a:pt x="741045" y="1348359"/>
                      </a:cubicBezTo>
                      <a:cubicBezTo>
                        <a:pt x="331777" y="1348359"/>
                        <a:pt x="0" y="1046519"/>
                        <a:pt x="0" y="674180"/>
                      </a:cubicBezTo>
                      <a:cubicBezTo>
                        <a:pt x="0" y="301840"/>
                        <a:pt x="331777" y="0"/>
                        <a:pt x="741045" y="0"/>
                      </a:cubicBezTo>
                      <a:cubicBezTo>
                        <a:pt x="1150313" y="0"/>
                        <a:pt x="1482090" y="301840"/>
                        <a:pt x="1482090" y="674180"/>
                      </a:cubicBezTo>
                      <a:close/>
                    </a:path>
                  </a:pathLst>
                </a:custGeom>
                <a:solidFill>
                  <a:srgbClr val="FFCB48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44" name="Freeform 44"/>
                <p:cNvSpPr/>
                <p:nvPr/>
              </p:nvSpPr>
              <p:spPr>
                <a:xfrm>
                  <a:off x="912399" y="3318031"/>
                  <a:ext cx="5078467" cy="34943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78467" h="3494343">
                      <a:moveTo>
                        <a:pt x="149447" y="8193"/>
                      </a:moveTo>
                      <a:cubicBezTo>
                        <a:pt x="149447" y="52294"/>
                        <a:pt x="595503" y="635415"/>
                        <a:pt x="1153001" y="272988"/>
                      </a:cubicBezTo>
                      <a:cubicBezTo>
                        <a:pt x="1710500" y="-89438"/>
                        <a:pt x="2379535" y="-173067"/>
                        <a:pt x="2421350" y="537783"/>
                      </a:cubicBezTo>
                      <a:cubicBezTo>
                        <a:pt x="2463165" y="1248634"/>
                        <a:pt x="2783777" y="1429799"/>
                        <a:pt x="2895219" y="1151003"/>
                      </a:cubicBezTo>
                      <a:cubicBezTo>
                        <a:pt x="3006757" y="872206"/>
                        <a:pt x="3427667" y="861824"/>
                        <a:pt x="3433572" y="1165957"/>
                      </a:cubicBezTo>
                      <a:cubicBezTo>
                        <a:pt x="3439382" y="1470090"/>
                        <a:pt x="3221927" y="1956341"/>
                        <a:pt x="3646265" y="1978725"/>
                      </a:cubicBezTo>
                      <a:cubicBezTo>
                        <a:pt x="4070509" y="2001014"/>
                        <a:pt x="4271486" y="1606583"/>
                        <a:pt x="4532090" y="1904335"/>
                      </a:cubicBezTo>
                      <a:cubicBezTo>
                        <a:pt x="4792599" y="2202087"/>
                        <a:pt x="4152424" y="2015968"/>
                        <a:pt x="4293870" y="2388205"/>
                      </a:cubicBezTo>
                      <a:cubicBezTo>
                        <a:pt x="4435317" y="2760347"/>
                        <a:pt x="4577429" y="2850739"/>
                        <a:pt x="4853274" y="2988661"/>
                      </a:cubicBezTo>
                      <a:cubicBezTo>
                        <a:pt x="5129118" y="3126583"/>
                        <a:pt x="5073968" y="3494343"/>
                        <a:pt x="5073968" y="3494343"/>
                      </a:cubicBezTo>
                      <a:lnTo>
                        <a:pt x="0" y="3494343"/>
                      </a:lnTo>
                      <a:cubicBezTo>
                        <a:pt x="0" y="3494343"/>
                        <a:pt x="149447" y="-19334"/>
                        <a:pt x="149447" y="8193"/>
                      </a:cubicBezTo>
                      <a:close/>
                    </a:path>
                  </a:pathLst>
                </a:custGeom>
                <a:solidFill>
                  <a:srgbClr val="FFCB48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45" name="Freeform 45"/>
                <p:cNvSpPr/>
                <p:nvPr/>
              </p:nvSpPr>
              <p:spPr>
                <a:xfrm>
                  <a:off x="5342477" y="4379976"/>
                  <a:ext cx="300799" cy="3190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799" h="319087">
                      <a:moveTo>
                        <a:pt x="300799" y="159544"/>
                      </a:moveTo>
                      <a:cubicBezTo>
                        <a:pt x="300799" y="247657"/>
                        <a:pt x="233463" y="319087"/>
                        <a:pt x="150400" y="319087"/>
                      </a:cubicBezTo>
                      <a:cubicBezTo>
                        <a:pt x="67336" y="319087"/>
                        <a:pt x="0" y="247657"/>
                        <a:pt x="0" y="159544"/>
                      </a:cubicBezTo>
                      <a:cubicBezTo>
                        <a:pt x="0" y="71430"/>
                        <a:pt x="67336" y="0"/>
                        <a:pt x="150400" y="0"/>
                      </a:cubicBezTo>
                      <a:cubicBezTo>
                        <a:pt x="233463" y="0"/>
                        <a:pt x="300799" y="71430"/>
                        <a:pt x="300799" y="159544"/>
                      </a:cubicBezTo>
                      <a:close/>
                    </a:path>
                  </a:pathLst>
                </a:custGeom>
                <a:solidFill>
                  <a:srgbClr val="FFCB48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 fontScale="85000" lnSpcReduction="20000"/>
                </a:bodyPr>
                <a:lstStyle/>
                <a:p>
                  <a:pPr marL="0" algn="l"/>
                  <a:endParaRPr/>
                </a:p>
              </p:txBody>
            </p:sp>
          </p:grpSp>
          <p:grpSp>
            <p:nvGrpSpPr>
              <p:cNvPr id="46" name="Group 46"/>
              <p:cNvGrpSpPr/>
              <p:nvPr/>
            </p:nvGrpSpPr>
            <p:grpSpPr>
              <a:xfrm>
                <a:off x="2435076" y="5916549"/>
                <a:ext cx="3350122" cy="927068"/>
                <a:chOff x="2435076" y="5916549"/>
                <a:chExt cx="3350122" cy="927068"/>
              </a:xfrm>
            </p:grpSpPr>
            <p:grpSp>
              <p:nvGrpSpPr>
                <p:cNvPr id="47" name="Group 47"/>
                <p:cNvGrpSpPr/>
                <p:nvPr/>
              </p:nvGrpSpPr>
              <p:grpSpPr>
                <a:xfrm>
                  <a:off x="2435076" y="5916549"/>
                  <a:ext cx="3350122" cy="927068"/>
                  <a:chOff x="2435076" y="5916549"/>
                  <a:chExt cx="3350122" cy="927068"/>
                </a:xfrm>
              </p:grpSpPr>
              <p:sp>
                <p:nvSpPr>
                  <p:cNvPr id="48" name="Freeform 48"/>
                  <p:cNvSpPr/>
                  <p:nvPr/>
                </p:nvSpPr>
                <p:spPr>
                  <a:xfrm>
                    <a:off x="2435076" y="5916549"/>
                    <a:ext cx="3350122" cy="9270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50122" h="927068">
                        <a:moveTo>
                          <a:pt x="3350122" y="866585"/>
                        </a:moveTo>
                        <a:cubicBezTo>
                          <a:pt x="3350122" y="883253"/>
                          <a:pt x="3343265" y="898398"/>
                          <a:pt x="3332406" y="909352"/>
                        </a:cubicBezTo>
                        <a:cubicBezTo>
                          <a:pt x="3321357" y="920210"/>
                          <a:pt x="3306308" y="927068"/>
                          <a:pt x="3289639" y="927068"/>
                        </a:cubicBezTo>
                        <a:lnTo>
                          <a:pt x="191728" y="927068"/>
                        </a:lnTo>
                        <a:cubicBezTo>
                          <a:pt x="-239660" y="418529"/>
                          <a:pt x="191728" y="0"/>
                          <a:pt x="191728" y="0"/>
                        </a:cubicBezTo>
                        <a:lnTo>
                          <a:pt x="3289544" y="0"/>
                        </a:lnTo>
                        <a:cubicBezTo>
                          <a:pt x="3322881" y="0"/>
                          <a:pt x="3350122" y="27146"/>
                          <a:pt x="3350122" y="60579"/>
                        </a:cubicBezTo>
                        <a:cubicBezTo>
                          <a:pt x="3350122" y="77248"/>
                          <a:pt x="3343265" y="92488"/>
                          <a:pt x="3332406" y="103346"/>
                        </a:cubicBezTo>
                        <a:cubicBezTo>
                          <a:pt x="3321357" y="114205"/>
                          <a:pt x="3306308" y="121063"/>
                          <a:pt x="3289639" y="121063"/>
                        </a:cubicBezTo>
                        <a:lnTo>
                          <a:pt x="246592" y="121063"/>
                        </a:lnTo>
                        <a:cubicBezTo>
                          <a:pt x="216302" y="159829"/>
                          <a:pt x="169630" y="228981"/>
                          <a:pt x="142769" y="317945"/>
                        </a:cubicBezTo>
                        <a:cubicBezTo>
                          <a:pt x="93239" y="481394"/>
                          <a:pt x="129244" y="645414"/>
                          <a:pt x="249926" y="806005"/>
                        </a:cubicBezTo>
                        <a:lnTo>
                          <a:pt x="3289639" y="806005"/>
                        </a:lnTo>
                        <a:cubicBezTo>
                          <a:pt x="3322976" y="806005"/>
                          <a:pt x="3350122" y="833056"/>
                          <a:pt x="3350122" y="866585"/>
                        </a:cubicBezTo>
                        <a:close/>
                      </a:path>
                    </a:pathLst>
                  </a:custGeom>
                  <a:solidFill>
                    <a:srgbClr val="FF8886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49" name="Freeform 49"/>
                  <p:cNvSpPr/>
                  <p:nvPr/>
                </p:nvSpPr>
                <p:spPr>
                  <a:xfrm>
                    <a:off x="2556331" y="6037707"/>
                    <a:ext cx="3049226" cy="6848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49226" h="684847">
                        <a:moveTo>
                          <a:pt x="3049226" y="0"/>
                        </a:moveTo>
                        <a:lnTo>
                          <a:pt x="3049226" y="684847"/>
                        </a:lnTo>
                        <a:lnTo>
                          <a:pt x="128671" y="684847"/>
                        </a:lnTo>
                        <a:cubicBezTo>
                          <a:pt x="8084" y="524256"/>
                          <a:pt x="-28015" y="360331"/>
                          <a:pt x="21515" y="196882"/>
                        </a:cubicBezTo>
                        <a:cubicBezTo>
                          <a:pt x="48470" y="108013"/>
                          <a:pt x="94952" y="38767"/>
                          <a:pt x="125432" y="95"/>
                        </a:cubicBezTo>
                        <a:lnTo>
                          <a:pt x="3049226" y="95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</p:grpSp>
            <p:sp>
              <p:nvSpPr>
                <p:cNvPr id="50" name="Freeform 50"/>
                <p:cNvSpPr/>
                <p:nvPr/>
              </p:nvSpPr>
              <p:spPr>
                <a:xfrm>
                  <a:off x="3237166" y="6248209"/>
                  <a:ext cx="2121979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979" h="9525">
                      <a:moveTo>
                        <a:pt x="2121980" y="0"/>
                      </a:moveTo>
                      <a:lnTo>
                        <a:pt x="0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51" name="Freeform 51"/>
                <p:cNvSpPr/>
                <p:nvPr/>
              </p:nvSpPr>
              <p:spPr>
                <a:xfrm>
                  <a:off x="3990117" y="6372987"/>
                  <a:ext cx="1357026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57026" h="9525">
                      <a:moveTo>
                        <a:pt x="0" y="0"/>
                      </a:moveTo>
                      <a:lnTo>
                        <a:pt x="1357027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52" name="Freeform 52"/>
                <p:cNvSpPr/>
                <p:nvPr/>
              </p:nvSpPr>
              <p:spPr>
                <a:xfrm>
                  <a:off x="2849975" y="6592443"/>
                  <a:ext cx="263480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34805" h="9525">
                      <a:moveTo>
                        <a:pt x="2634806" y="0"/>
                      </a:moveTo>
                      <a:lnTo>
                        <a:pt x="0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53" name="Freeform 53"/>
                <p:cNvSpPr/>
                <p:nvPr/>
              </p:nvSpPr>
              <p:spPr>
                <a:xfrm>
                  <a:off x="3217735" y="6237065"/>
                  <a:ext cx="328041" cy="2558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8041" h="255841">
                      <a:moveTo>
                        <a:pt x="328041" y="255842"/>
                      </a:moveTo>
                      <a:lnTo>
                        <a:pt x="194405" y="190119"/>
                      </a:lnTo>
                      <a:lnTo>
                        <a:pt x="94964" y="255842"/>
                      </a:lnTo>
                      <a:lnTo>
                        <a:pt x="0" y="0"/>
                      </a:lnTo>
                      <a:lnTo>
                        <a:pt x="233077" y="0"/>
                      </a:lnTo>
                      <a:close/>
                    </a:path>
                  </a:pathLst>
                </a:custGeom>
                <a:solidFill>
                  <a:srgbClr val="0C1A44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 fontScale="55000" lnSpcReduction="20000"/>
                </a:bodyPr>
                <a:lstStyle/>
                <a:p>
                  <a:pPr marL="0" algn="l"/>
                  <a:endParaRPr/>
                </a:p>
              </p:txBody>
            </p:sp>
          </p:grpSp>
          <p:grpSp>
            <p:nvGrpSpPr>
              <p:cNvPr id="54" name="Group 54"/>
              <p:cNvGrpSpPr/>
              <p:nvPr/>
            </p:nvGrpSpPr>
            <p:grpSpPr>
              <a:xfrm>
                <a:off x="2624020" y="4861325"/>
                <a:ext cx="2975250" cy="1038848"/>
                <a:chOff x="2624020" y="4861325"/>
                <a:chExt cx="2975250" cy="1038848"/>
              </a:xfrm>
            </p:grpSpPr>
            <p:sp>
              <p:nvSpPr>
                <p:cNvPr id="55" name="Freeform 55"/>
                <p:cNvSpPr/>
                <p:nvPr/>
              </p:nvSpPr>
              <p:spPr>
                <a:xfrm rot="-4846898">
                  <a:off x="2624020" y="4861325"/>
                  <a:ext cx="1038621" cy="1038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8621" h="1038621">
                      <a:moveTo>
                        <a:pt x="1038622" y="519311"/>
                      </a:moveTo>
                      <a:cubicBezTo>
                        <a:pt x="1038622" y="806119"/>
                        <a:pt x="806118" y="1038622"/>
                        <a:pt x="519311" y="1038622"/>
                      </a:cubicBezTo>
                      <a:cubicBezTo>
                        <a:pt x="232503" y="1038622"/>
                        <a:pt x="0" y="806119"/>
                        <a:pt x="0" y="519311"/>
                      </a:cubicBezTo>
                      <a:cubicBezTo>
                        <a:pt x="0" y="232504"/>
                        <a:pt x="232503" y="0"/>
                        <a:pt x="519311" y="0"/>
                      </a:cubicBezTo>
                      <a:cubicBezTo>
                        <a:pt x="806118" y="0"/>
                        <a:pt x="1038622" y="232504"/>
                        <a:pt x="1038622" y="519311"/>
                      </a:cubicBezTo>
                      <a:close/>
                    </a:path>
                  </a:pathLst>
                </a:custGeom>
                <a:noFill/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56" name="Freeform 56"/>
                <p:cNvSpPr/>
                <p:nvPr/>
              </p:nvSpPr>
              <p:spPr>
                <a:xfrm rot="-4644133">
                  <a:off x="3938815" y="4861594"/>
                  <a:ext cx="1038579" cy="10385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8579" h="1038579">
                      <a:moveTo>
                        <a:pt x="1038579" y="519290"/>
                      </a:moveTo>
                      <a:cubicBezTo>
                        <a:pt x="1038579" y="806086"/>
                        <a:pt x="806085" y="1038579"/>
                        <a:pt x="519290" y="1038579"/>
                      </a:cubicBezTo>
                      <a:cubicBezTo>
                        <a:pt x="232494" y="1038579"/>
                        <a:pt x="0" y="806086"/>
                        <a:pt x="0" y="519290"/>
                      </a:cubicBezTo>
                      <a:cubicBezTo>
                        <a:pt x="0" y="232494"/>
                        <a:pt x="232494" y="0"/>
                        <a:pt x="519290" y="0"/>
                      </a:cubicBezTo>
                      <a:cubicBezTo>
                        <a:pt x="806085" y="0"/>
                        <a:pt x="1038579" y="232494"/>
                        <a:pt x="1038579" y="519290"/>
                      </a:cubicBezTo>
                      <a:close/>
                    </a:path>
                  </a:pathLst>
                </a:custGeom>
                <a:noFill/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57" name="Freeform 57"/>
                <p:cNvSpPr/>
                <p:nvPr/>
              </p:nvSpPr>
              <p:spPr>
                <a:xfrm>
                  <a:off x="3662553" y="5380577"/>
                  <a:ext cx="27632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6320" h="9525">
                      <a:moveTo>
                        <a:pt x="0" y="0"/>
                      </a:moveTo>
                      <a:lnTo>
                        <a:pt x="276320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58" name="Freeform 58"/>
                <p:cNvSpPr/>
                <p:nvPr/>
              </p:nvSpPr>
              <p:spPr>
                <a:xfrm>
                  <a:off x="2625566" y="5423916"/>
                  <a:ext cx="1784413" cy="476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4413" h="476059">
                      <a:moveTo>
                        <a:pt x="0" y="0"/>
                      </a:moveTo>
                      <a:lnTo>
                        <a:pt x="1667161" y="94964"/>
                      </a:lnTo>
                      <a:cubicBezTo>
                        <a:pt x="1732979" y="98679"/>
                        <a:pt x="1784414" y="153162"/>
                        <a:pt x="1784414" y="219170"/>
                      </a:cubicBezTo>
                      <a:lnTo>
                        <a:pt x="1784414" y="476060"/>
                      </a:lnTo>
                    </a:path>
                  </a:pathLst>
                </a:custGeom>
                <a:noFill/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59" name="Freeform 59"/>
                <p:cNvSpPr/>
                <p:nvPr/>
              </p:nvSpPr>
              <p:spPr>
                <a:xfrm>
                  <a:off x="4980432" y="5469159"/>
                  <a:ext cx="618838" cy="4307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8838" h="430720">
                      <a:moveTo>
                        <a:pt x="0" y="0"/>
                      </a:moveTo>
                      <a:lnTo>
                        <a:pt x="501586" y="49625"/>
                      </a:lnTo>
                      <a:cubicBezTo>
                        <a:pt x="567404" y="53340"/>
                        <a:pt x="618839" y="107823"/>
                        <a:pt x="618839" y="173831"/>
                      </a:cubicBezTo>
                      <a:lnTo>
                        <a:pt x="618839" y="430721"/>
                      </a:lnTo>
                    </a:path>
                  </a:pathLst>
                </a:custGeom>
                <a:noFill/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</p:grpSp>
          <p:grpSp>
            <p:nvGrpSpPr>
              <p:cNvPr id="60" name="Group 60"/>
              <p:cNvGrpSpPr/>
              <p:nvPr/>
            </p:nvGrpSpPr>
            <p:grpSpPr>
              <a:xfrm>
                <a:off x="1593913" y="3974306"/>
                <a:ext cx="625887" cy="2884265"/>
                <a:chOff x="1593913" y="3974306"/>
                <a:chExt cx="625887" cy="2884265"/>
              </a:xfrm>
            </p:grpSpPr>
            <p:sp>
              <p:nvSpPr>
                <p:cNvPr id="61" name="Freeform 61"/>
                <p:cNvSpPr/>
                <p:nvPr/>
              </p:nvSpPr>
              <p:spPr>
                <a:xfrm>
                  <a:off x="1593913" y="3974306"/>
                  <a:ext cx="625887" cy="28842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5887" h="2884265">
                      <a:moveTo>
                        <a:pt x="0" y="0"/>
                      </a:moveTo>
                      <a:lnTo>
                        <a:pt x="625888" y="0"/>
                      </a:lnTo>
                      <a:lnTo>
                        <a:pt x="625888" y="2884265"/>
                      </a:lnTo>
                      <a:lnTo>
                        <a:pt x="0" y="2884265"/>
                      </a:lnTo>
                      <a:close/>
                    </a:path>
                  </a:pathLst>
                </a:custGeom>
                <a:solidFill>
                  <a:srgbClr val="FF5900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62" name="Freeform 62"/>
                <p:cNvSpPr/>
                <p:nvPr/>
              </p:nvSpPr>
              <p:spPr>
                <a:xfrm>
                  <a:off x="1778698" y="4233672"/>
                  <a:ext cx="214693" cy="24127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693" h="2412777">
                      <a:moveTo>
                        <a:pt x="0" y="0"/>
                      </a:moveTo>
                      <a:lnTo>
                        <a:pt x="214693" y="0"/>
                      </a:lnTo>
                      <a:lnTo>
                        <a:pt x="214693" y="2412778"/>
                      </a:lnTo>
                      <a:lnTo>
                        <a:pt x="0" y="2412778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</p:grpSp>
          <p:grpSp>
            <p:nvGrpSpPr>
              <p:cNvPr id="63" name="Group 63"/>
              <p:cNvGrpSpPr/>
              <p:nvPr/>
            </p:nvGrpSpPr>
            <p:grpSpPr>
              <a:xfrm>
                <a:off x="0" y="3109817"/>
                <a:ext cx="625792" cy="3748754"/>
                <a:chOff x="0" y="3109817"/>
                <a:chExt cx="625792" cy="3748754"/>
              </a:xfrm>
            </p:grpSpPr>
            <p:sp>
              <p:nvSpPr>
                <p:cNvPr id="64" name="Freeform 64"/>
                <p:cNvSpPr/>
                <p:nvPr/>
              </p:nvSpPr>
              <p:spPr>
                <a:xfrm>
                  <a:off x="0" y="3109817"/>
                  <a:ext cx="625792" cy="37487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5792" h="3748754">
                      <a:moveTo>
                        <a:pt x="0" y="0"/>
                      </a:moveTo>
                      <a:lnTo>
                        <a:pt x="625793" y="0"/>
                      </a:lnTo>
                      <a:lnTo>
                        <a:pt x="625793" y="3748754"/>
                      </a:lnTo>
                      <a:lnTo>
                        <a:pt x="0" y="3748754"/>
                      </a:lnTo>
                      <a:close/>
                    </a:path>
                  </a:pathLst>
                </a:custGeom>
                <a:solidFill>
                  <a:srgbClr val="FF8886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grpSp>
              <p:nvGrpSpPr>
                <p:cNvPr id="65" name="Group 65"/>
                <p:cNvGrpSpPr/>
                <p:nvPr/>
              </p:nvGrpSpPr>
              <p:grpSpPr>
                <a:xfrm>
                  <a:off x="0" y="3306413"/>
                  <a:ext cx="625792" cy="283083"/>
                  <a:chOff x="0" y="3306413"/>
                  <a:chExt cx="625792" cy="283083"/>
                </a:xfrm>
                <a:solidFill>
                  <a:srgbClr val="FFFFFF"/>
                </a:solidFill>
              </p:grpSpPr>
              <p:sp>
                <p:nvSpPr>
                  <p:cNvPr id="66" name="Freeform 66"/>
                  <p:cNvSpPr/>
                  <p:nvPr/>
                </p:nvSpPr>
                <p:spPr>
                  <a:xfrm>
                    <a:off x="0" y="3306413"/>
                    <a:ext cx="625792" cy="1100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5792" h="110013">
                        <a:moveTo>
                          <a:pt x="0" y="0"/>
                        </a:moveTo>
                        <a:lnTo>
                          <a:pt x="625793" y="0"/>
                        </a:lnTo>
                        <a:lnTo>
                          <a:pt x="625793" y="110014"/>
                        </a:lnTo>
                        <a:lnTo>
                          <a:pt x="0" y="11001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 fontScale="25000" lnSpcReduction="20000"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67" name="Freeform 67"/>
                  <p:cNvSpPr/>
                  <p:nvPr/>
                </p:nvSpPr>
                <p:spPr>
                  <a:xfrm>
                    <a:off x="0" y="3479482"/>
                    <a:ext cx="625792" cy="1100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5792" h="110013">
                        <a:moveTo>
                          <a:pt x="0" y="0"/>
                        </a:moveTo>
                        <a:lnTo>
                          <a:pt x="625793" y="0"/>
                        </a:lnTo>
                        <a:lnTo>
                          <a:pt x="625793" y="110014"/>
                        </a:lnTo>
                        <a:lnTo>
                          <a:pt x="0" y="11001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 fontScale="25000" lnSpcReduction="20000"/>
                  </a:bodyPr>
                  <a:lstStyle/>
                  <a:p>
                    <a:pPr marL="0" algn="l"/>
                    <a:endParaRPr/>
                  </a:p>
                </p:txBody>
              </p:sp>
            </p:grpSp>
            <p:grpSp>
              <p:nvGrpSpPr>
                <p:cNvPr id="68" name="Group 68"/>
                <p:cNvGrpSpPr/>
                <p:nvPr/>
              </p:nvGrpSpPr>
              <p:grpSpPr>
                <a:xfrm>
                  <a:off x="0" y="6376130"/>
                  <a:ext cx="625792" cy="283178"/>
                  <a:chOff x="0" y="6376130"/>
                  <a:chExt cx="625792" cy="283178"/>
                </a:xfrm>
                <a:solidFill>
                  <a:srgbClr val="FFFFFF"/>
                </a:solidFill>
              </p:grpSpPr>
              <p:sp>
                <p:nvSpPr>
                  <p:cNvPr id="69" name="Freeform 69"/>
                  <p:cNvSpPr/>
                  <p:nvPr/>
                </p:nvSpPr>
                <p:spPr>
                  <a:xfrm>
                    <a:off x="0" y="6376130"/>
                    <a:ext cx="625792" cy="1100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5792" h="110013">
                        <a:moveTo>
                          <a:pt x="0" y="0"/>
                        </a:moveTo>
                        <a:lnTo>
                          <a:pt x="625793" y="0"/>
                        </a:lnTo>
                        <a:lnTo>
                          <a:pt x="625793" y="110014"/>
                        </a:lnTo>
                        <a:lnTo>
                          <a:pt x="0" y="11001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 fontScale="25000" lnSpcReduction="20000"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70" name="Freeform 70"/>
                  <p:cNvSpPr/>
                  <p:nvPr/>
                </p:nvSpPr>
                <p:spPr>
                  <a:xfrm>
                    <a:off x="0" y="6549294"/>
                    <a:ext cx="625792" cy="1100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5792" h="110013">
                        <a:moveTo>
                          <a:pt x="0" y="0"/>
                        </a:moveTo>
                        <a:lnTo>
                          <a:pt x="625793" y="0"/>
                        </a:lnTo>
                        <a:lnTo>
                          <a:pt x="625793" y="110014"/>
                        </a:lnTo>
                        <a:lnTo>
                          <a:pt x="0" y="11001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 fontScale="25000" lnSpcReduction="20000"/>
                  </a:bodyPr>
                  <a:lstStyle/>
                  <a:p>
                    <a:pPr marL="0" algn="l"/>
                    <a:endParaRPr/>
                  </a:p>
                </p:txBody>
              </p:sp>
            </p:grpSp>
            <p:sp>
              <p:nvSpPr>
                <p:cNvPr id="71" name="Freeform 71"/>
                <p:cNvSpPr/>
                <p:nvPr/>
              </p:nvSpPr>
              <p:spPr>
                <a:xfrm>
                  <a:off x="301847" y="3864483"/>
                  <a:ext cx="25812" cy="21809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12" h="2180939">
                      <a:moveTo>
                        <a:pt x="0" y="0"/>
                      </a:moveTo>
                      <a:lnTo>
                        <a:pt x="25813" y="2180939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</p:grpSp>
          <p:grpSp>
            <p:nvGrpSpPr>
              <p:cNvPr id="72" name="Group 72"/>
              <p:cNvGrpSpPr/>
              <p:nvPr/>
            </p:nvGrpSpPr>
            <p:grpSpPr>
              <a:xfrm>
                <a:off x="592836" y="3114389"/>
                <a:ext cx="1004506" cy="3739229"/>
                <a:chOff x="592836" y="3114389"/>
                <a:chExt cx="1004506" cy="3739229"/>
              </a:xfrm>
            </p:grpSpPr>
            <p:sp>
              <p:nvSpPr>
                <p:cNvPr id="73" name="Freeform 73"/>
                <p:cNvSpPr/>
                <p:nvPr/>
              </p:nvSpPr>
              <p:spPr>
                <a:xfrm>
                  <a:off x="592836" y="3114389"/>
                  <a:ext cx="1004506" cy="37392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4506" h="3739229">
                      <a:moveTo>
                        <a:pt x="0" y="0"/>
                      </a:moveTo>
                      <a:lnTo>
                        <a:pt x="1004507" y="0"/>
                      </a:lnTo>
                      <a:lnTo>
                        <a:pt x="1004507" y="3739229"/>
                      </a:lnTo>
                      <a:lnTo>
                        <a:pt x="0" y="3739229"/>
                      </a:lnTo>
                      <a:close/>
                    </a:path>
                  </a:pathLst>
                </a:custGeom>
                <a:solidFill>
                  <a:srgbClr val="1B3276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74" name="Freeform 74"/>
                <p:cNvSpPr/>
                <p:nvPr/>
              </p:nvSpPr>
              <p:spPr>
                <a:xfrm>
                  <a:off x="974502" y="3673411"/>
                  <a:ext cx="206502" cy="26052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502" h="2605278">
                      <a:moveTo>
                        <a:pt x="0" y="0"/>
                      </a:moveTo>
                      <a:lnTo>
                        <a:pt x="206502" y="0"/>
                      </a:lnTo>
                      <a:lnTo>
                        <a:pt x="206502" y="2605278"/>
                      </a:lnTo>
                      <a:lnTo>
                        <a:pt x="0" y="260527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75" name="Freeform 75"/>
                <p:cNvSpPr/>
                <p:nvPr/>
              </p:nvSpPr>
              <p:spPr>
                <a:xfrm>
                  <a:off x="592836" y="3114389"/>
                  <a:ext cx="1004506" cy="4714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4506" h="471487">
                      <a:moveTo>
                        <a:pt x="0" y="0"/>
                      </a:moveTo>
                      <a:lnTo>
                        <a:pt x="1004507" y="0"/>
                      </a:lnTo>
                      <a:lnTo>
                        <a:pt x="1004507" y="471488"/>
                      </a:lnTo>
                      <a:lnTo>
                        <a:pt x="0" y="471488"/>
                      </a:lnTo>
                      <a:close/>
                    </a:path>
                  </a:pathLst>
                </a:custGeom>
                <a:solidFill>
                  <a:srgbClr val="284499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76" name="Freeform 76"/>
                <p:cNvSpPr/>
                <p:nvPr/>
              </p:nvSpPr>
              <p:spPr>
                <a:xfrm>
                  <a:off x="592836" y="6380130"/>
                  <a:ext cx="1004506" cy="4734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4506" h="473487">
                      <a:moveTo>
                        <a:pt x="0" y="0"/>
                      </a:moveTo>
                      <a:lnTo>
                        <a:pt x="1004507" y="0"/>
                      </a:lnTo>
                      <a:lnTo>
                        <a:pt x="1004507" y="473488"/>
                      </a:lnTo>
                      <a:lnTo>
                        <a:pt x="0" y="473488"/>
                      </a:lnTo>
                      <a:close/>
                    </a:path>
                  </a:pathLst>
                </a:custGeom>
                <a:solidFill>
                  <a:srgbClr val="284499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</p:grpSp>
          <p:grpSp>
            <p:nvGrpSpPr>
              <p:cNvPr id="77" name="Group 77"/>
              <p:cNvGrpSpPr/>
              <p:nvPr/>
            </p:nvGrpSpPr>
            <p:grpSpPr>
              <a:xfrm>
                <a:off x="2051994" y="2856190"/>
                <a:ext cx="3637121" cy="897445"/>
                <a:chOff x="2051994" y="2856190"/>
                <a:chExt cx="3637121" cy="897445"/>
              </a:xfrm>
              <a:solidFill>
                <a:srgbClr val="FFFFFF"/>
              </a:solidFill>
            </p:grpSpPr>
            <p:sp>
              <p:nvSpPr>
                <p:cNvPr id="78" name="Freeform 78"/>
                <p:cNvSpPr/>
                <p:nvPr/>
              </p:nvSpPr>
              <p:spPr>
                <a:xfrm>
                  <a:off x="2051994" y="2856190"/>
                  <a:ext cx="341233" cy="3412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1233" h="341233">
                      <a:moveTo>
                        <a:pt x="14073" y="189333"/>
                      </a:moveTo>
                      <a:cubicBezTo>
                        <a:pt x="95607" y="213241"/>
                        <a:pt x="127992" y="245626"/>
                        <a:pt x="151900" y="327160"/>
                      </a:cubicBezTo>
                      <a:cubicBezTo>
                        <a:pt x="157424" y="345924"/>
                        <a:pt x="183809" y="345924"/>
                        <a:pt x="189333" y="327160"/>
                      </a:cubicBezTo>
                      <a:cubicBezTo>
                        <a:pt x="213241" y="245626"/>
                        <a:pt x="245626" y="213241"/>
                        <a:pt x="327160" y="189333"/>
                      </a:cubicBezTo>
                      <a:cubicBezTo>
                        <a:pt x="345924" y="183809"/>
                        <a:pt x="345924" y="157424"/>
                        <a:pt x="327160" y="151900"/>
                      </a:cubicBezTo>
                      <a:cubicBezTo>
                        <a:pt x="245626" y="127992"/>
                        <a:pt x="213241" y="95607"/>
                        <a:pt x="189333" y="14073"/>
                      </a:cubicBezTo>
                      <a:cubicBezTo>
                        <a:pt x="183809" y="-4691"/>
                        <a:pt x="157424" y="-4691"/>
                        <a:pt x="151900" y="14073"/>
                      </a:cubicBezTo>
                      <a:cubicBezTo>
                        <a:pt x="127992" y="95607"/>
                        <a:pt x="95607" y="127992"/>
                        <a:pt x="14073" y="151900"/>
                      </a:cubicBezTo>
                      <a:cubicBezTo>
                        <a:pt x="-4691" y="157424"/>
                        <a:pt x="-4691" y="183809"/>
                        <a:pt x="14073" y="18933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 fontScale="92500" lnSpcReduction="20000"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79" name="Freeform 79"/>
                <p:cNvSpPr/>
                <p:nvPr/>
              </p:nvSpPr>
              <p:spPr>
                <a:xfrm>
                  <a:off x="5462087" y="3526607"/>
                  <a:ext cx="227028" cy="2270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7028" h="227028">
                      <a:moveTo>
                        <a:pt x="9358" y="125944"/>
                      </a:moveTo>
                      <a:cubicBezTo>
                        <a:pt x="63556" y="141851"/>
                        <a:pt x="85178" y="163378"/>
                        <a:pt x="101084" y="217670"/>
                      </a:cubicBezTo>
                      <a:cubicBezTo>
                        <a:pt x="104704" y="230148"/>
                        <a:pt x="122325" y="230148"/>
                        <a:pt x="125944" y="217670"/>
                      </a:cubicBezTo>
                      <a:cubicBezTo>
                        <a:pt x="141851" y="163473"/>
                        <a:pt x="163377" y="141851"/>
                        <a:pt x="217670" y="125944"/>
                      </a:cubicBezTo>
                      <a:cubicBezTo>
                        <a:pt x="230148" y="122325"/>
                        <a:pt x="230148" y="104704"/>
                        <a:pt x="217670" y="101084"/>
                      </a:cubicBezTo>
                      <a:cubicBezTo>
                        <a:pt x="163473" y="85177"/>
                        <a:pt x="141851" y="63651"/>
                        <a:pt x="125944" y="9358"/>
                      </a:cubicBezTo>
                      <a:cubicBezTo>
                        <a:pt x="122325" y="-3119"/>
                        <a:pt x="104704" y="-3119"/>
                        <a:pt x="101084" y="9358"/>
                      </a:cubicBezTo>
                      <a:cubicBezTo>
                        <a:pt x="85178" y="63556"/>
                        <a:pt x="63651" y="85177"/>
                        <a:pt x="9358" y="101084"/>
                      </a:cubicBezTo>
                      <a:cubicBezTo>
                        <a:pt x="-3119" y="104799"/>
                        <a:pt x="-3119" y="122325"/>
                        <a:pt x="9358" y="12594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 fontScale="40000" lnSpcReduction="20000"/>
                </a:bodyPr>
                <a:lstStyle/>
                <a:p>
                  <a:pPr marL="0" algn="l"/>
                  <a:endParaRPr/>
                </a:p>
              </p:txBody>
            </p:sp>
          </p:grpSp>
          <p:sp>
            <p:nvSpPr>
              <p:cNvPr id="80" name="Freeform 80"/>
              <p:cNvSpPr/>
              <p:nvPr/>
            </p:nvSpPr>
            <p:spPr>
              <a:xfrm>
                <a:off x="4192996" y="3254702"/>
                <a:ext cx="918219" cy="942076"/>
              </a:xfrm>
              <a:custGeom>
                <a:avLst/>
                <a:gdLst/>
                <a:ahLst/>
                <a:cxnLst/>
                <a:rect l="l" t="t" r="r" b="b"/>
                <a:pathLst>
                  <a:path w="918219" h="942076">
                    <a:moveTo>
                      <a:pt x="344713" y="8944"/>
                    </a:moveTo>
                    <a:lnTo>
                      <a:pt x="544834" y="187442"/>
                    </a:lnTo>
                    <a:cubicBezTo>
                      <a:pt x="553501" y="195157"/>
                      <a:pt x="565312" y="198110"/>
                      <a:pt x="576552" y="195348"/>
                    </a:cubicBezTo>
                    <a:lnTo>
                      <a:pt x="836965" y="131721"/>
                    </a:lnTo>
                    <a:cubicBezTo>
                      <a:pt x="865254" y="124768"/>
                      <a:pt x="889162" y="153343"/>
                      <a:pt x="877447" y="180013"/>
                    </a:cubicBezTo>
                    <a:lnTo>
                      <a:pt x="769528" y="425472"/>
                    </a:lnTo>
                    <a:cubicBezTo>
                      <a:pt x="764861" y="436044"/>
                      <a:pt x="765718" y="448236"/>
                      <a:pt x="771814" y="458047"/>
                    </a:cubicBezTo>
                    <a:lnTo>
                      <a:pt x="912879" y="686076"/>
                    </a:lnTo>
                    <a:cubicBezTo>
                      <a:pt x="928215" y="710841"/>
                      <a:pt x="908498" y="742369"/>
                      <a:pt x="879447" y="739511"/>
                    </a:cubicBezTo>
                    <a:lnTo>
                      <a:pt x="612652" y="712746"/>
                    </a:lnTo>
                    <a:cubicBezTo>
                      <a:pt x="601126" y="711603"/>
                      <a:pt x="589792" y="716175"/>
                      <a:pt x="582362" y="725033"/>
                    </a:cubicBezTo>
                    <a:lnTo>
                      <a:pt x="409102" y="929630"/>
                    </a:lnTo>
                    <a:cubicBezTo>
                      <a:pt x="390243" y="951823"/>
                      <a:pt x="354143" y="942870"/>
                      <a:pt x="347952" y="914390"/>
                    </a:cubicBezTo>
                    <a:lnTo>
                      <a:pt x="290992" y="652357"/>
                    </a:lnTo>
                    <a:cubicBezTo>
                      <a:pt x="288516" y="641023"/>
                      <a:pt x="280705" y="631688"/>
                      <a:pt x="269942" y="627307"/>
                    </a:cubicBezTo>
                    <a:lnTo>
                      <a:pt x="21816" y="525675"/>
                    </a:lnTo>
                    <a:cubicBezTo>
                      <a:pt x="-5140" y="514626"/>
                      <a:pt x="-7712" y="477478"/>
                      <a:pt x="17434" y="462810"/>
                    </a:cubicBezTo>
                    <a:lnTo>
                      <a:pt x="248987" y="327650"/>
                    </a:lnTo>
                    <a:cubicBezTo>
                      <a:pt x="258988" y="321840"/>
                      <a:pt x="265465" y="311457"/>
                      <a:pt x="266323" y="299932"/>
                    </a:cubicBezTo>
                    <a:lnTo>
                      <a:pt x="286230" y="32566"/>
                    </a:lnTo>
                    <a:cubicBezTo>
                      <a:pt x="288516" y="3514"/>
                      <a:pt x="322996" y="-10392"/>
                      <a:pt x="344713" y="8944"/>
                    </a:cubicBezTo>
                    <a:close/>
                  </a:path>
                </a:pathLst>
              </a:custGeom>
              <a:noFill/>
              <a:ln w="19050" cap="flat">
                <a:solidFill>
                  <a:srgbClr val="FFFFFF"/>
                </a:solidFill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81" name="Freeform 81"/>
              <p:cNvSpPr/>
              <p:nvPr/>
            </p:nvSpPr>
            <p:spPr>
              <a:xfrm>
                <a:off x="2573924" y="2400014"/>
                <a:ext cx="494489" cy="1314545"/>
              </a:xfrm>
              <a:custGeom>
                <a:avLst/>
                <a:gdLst/>
                <a:ahLst/>
                <a:cxnLst/>
                <a:rect l="l" t="t" r="r" b="b"/>
                <a:pathLst>
                  <a:path w="494489" h="1314545">
                    <a:moveTo>
                      <a:pt x="217091" y="0"/>
                    </a:moveTo>
                    <a:cubicBezTo>
                      <a:pt x="733537" y="224600"/>
                      <a:pt x="425308" y="828104"/>
                      <a:pt x="126128" y="859917"/>
                    </a:cubicBezTo>
                    <a:cubicBezTo>
                      <a:pt x="-173053" y="891731"/>
                      <a:pt x="128128" y="444151"/>
                      <a:pt x="327677" y="856679"/>
                    </a:cubicBezTo>
                    <a:cubicBezTo>
                      <a:pt x="449406" y="1108234"/>
                      <a:pt x="254239" y="1314545"/>
                      <a:pt x="254239" y="1314545"/>
                    </a:cubicBezTo>
                  </a:path>
                </a:pathLst>
              </a:custGeom>
              <a:noFill/>
              <a:ln w="19050" cap="flat">
                <a:solidFill>
                  <a:srgbClr val="FFFFFF"/>
                </a:solidFill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82" name="Freeform 82"/>
              <p:cNvSpPr/>
              <p:nvPr/>
            </p:nvSpPr>
            <p:spPr>
              <a:xfrm>
                <a:off x="2833592" y="3809809"/>
                <a:ext cx="917878" cy="566356"/>
              </a:xfrm>
              <a:custGeom>
                <a:avLst/>
                <a:gdLst/>
                <a:ahLst/>
                <a:cxnLst/>
                <a:rect l="l" t="t" r="r" b="b"/>
                <a:pathLst>
                  <a:path w="917878" h="566356">
                    <a:moveTo>
                      <a:pt x="0" y="566357"/>
                    </a:moveTo>
                    <a:cubicBezTo>
                      <a:pt x="6191" y="547878"/>
                      <a:pt x="116967" y="0"/>
                      <a:pt x="560165" y="0"/>
                    </a:cubicBezTo>
                    <a:cubicBezTo>
                      <a:pt x="1003363" y="0"/>
                      <a:pt x="966502" y="369380"/>
                      <a:pt x="812578" y="320135"/>
                    </a:cubicBezTo>
                  </a:path>
                </a:pathLst>
              </a:custGeom>
              <a:noFill/>
              <a:ln w="19050" cap="flat">
                <a:solidFill>
                  <a:srgbClr val="FFFFFF"/>
                </a:solidFill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</p:grpSp>
      </p:grpSp>
      <p:sp>
        <p:nvSpPr>
          <p:cNvPr id="83" name="AutoShape 83"/>
          <p:cNvSpPr>
            <a:spLocks noGrp="1"/>
          </p:cNvSpPr>
          <p:nvPr>
            <p:ph type="ctrTitle"/>
          </p:nvPr>
        </p:nvSpPr>
        <p:spPr>
          <a:xfrm>
            <a:off x="660399" y="1180512"/>
            <a:ext cx="10858500" cy="2174216"/>
          </a:xfrm>
          <a:prstGeom prst="rect">
            <a:avLst/>
          </a:prstGeom>
        </p:spPr>
        <p:txBody>
          <a:bodyPr vert="horz" wrap="square" lIns="91440" tIns="45720" rIns="91440" bIns="45720" anchor="b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7200" b="1" i="0" u="none" baseline="0">
                <a:solidFill>
                  <a:srgbClr val="000000"/>
                </a:solidFill>
                <a:latin typeface="Arial"/>
                <a:ea typeface="Arial"/>
              </a:rPr>
              <a:t>Click to add title</a:t>
            </a:r>
          </a:p>
        </p:txBody>
      </p:sp>
      <p:sp>
        <p:nvSpPr>
          <p:cNvPr id="84" name="AutoShape 84"/>
          <p:cNvSpPr>
            <a:spLocks noGrp="1"/>
          </p:cNvSpPr>
          <p:nvPr>
            <p:ph type="subTitle" sz="quarter" idx="1"/>
          </p:nvPr>
        </p:nvSpPr>
        <p:spPr>
          <a:xfrm>
            <a:off x="660399" y="3482429"/>
            <a:ext cx="10858500" cy="818697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000" b="0" i="0" u="none" baseline="0">
                <a:solidFill>
                  <a:srgbClr val="000000"/>
                </a:solidFill>
                <a:latin typeface="Arial"/>
                <a:ea typeface="Arial"/>
              </a:rPr>
              <a:t>Click to add subtitle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gradFill>
          <a:gsLst>
            <a:gs pos="0">
              <a:srgbClr val="FFC717">
                <a:lumMod val="40000"/>
                <a:lumOff val="60000"/>
              </a:srgbClr>
            </a:gs>
            <a:gs pos="100000">
              <a:srgbClr val="FFC717">
                <a:alpha val="0"/>
                <a:lumMod val="20000"/>
                <a:lumOff val="80000"/>
              </a:srgbClr>
            </a:gs>
          </a:gsLst>
          <a:lin ang="162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 baseline="0">
                <a:solidFill>
                  <a:srgbClr val="000000"/>
                </a:solidFill>
                <a:latin typeface="Arial"/>
                <a:ea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idx="1"/>
          </p:nvPr>
        </p:nvSpPr>
        <p:spPr>
          <a:xfrm>
            <a:off x="660400" y="1130300"/>
            <a:ext cx="10858500" cy="5003800"/>
          </a:xfrm>
        </p:spPr>
        <p:txBody>
          <a:bodyPr vert="horz" lIns="91440" tIns="45720" rIns="91440" bIns="45720" anchor="t">
            <a:normAutofit/>
          </a:bodyPr>
          <a:lstStyle/>
          <a:p>
            <a:pPr marL="228600" indent="-228600" algn="l">
              <a:lnSpc>
                <a:spcPct val="120000"/>
              </a:lnSpc>
              <a:spcBef>
                <a:spcPts val="1000"/>
              </a:spcBef>
              <a:buNone/>
            </a:pPr>
            <a:r>
              <a:rPr lang="en-US" sz="1800" b="0" i="0" u="none" baseline="0">
                <a:solidFill>
                  <a:srgbClr val="000000"/>
                </a:solidFill>
                <a:latin typeface="Arial"/>
                <a:ea typeface="Arial"/>
              </a:rPr>
              <a:t>Click to add text</a:t>
            </a:r>
          </a:p>
          <a:p>
            <a:pPr marL="685800" lvl="1" indent="-228600" algn="l">
              <a:lnSpc>
                <a:spcPct val="120000"/>
              </a:lnSpc>
              <a:spcBef>
                <a:spcPts val="500"/>
              </a:spcBef>
              <a:buNone/>
            </a:pPr>
            <a:r>
              <a:rPr lang="en-US" sz="1600" b="0" i="0" u="none" baseline="0">
                <a:solidFill>
                  <a:srgbClr val="000000"/>
                </a:solidFill>
                <a:latin typeface="Arial"/>
                <a:ea typeface="Arial"/>
              </a:rPr>
              <a:t>Second level</a:t>
            </a:r>
          </a:p>
          <a:p>
            <a:pPr marL="1143000" lvl="2" indent="-228600" algn="l">
              <a:lnSpc>
                <a:spcPct val="120000"/>
              </a:lnSpc>
              <a:spcBef>
                <a:spcPts val="500"/>
              </a:spcBef>
              <a:buNone/>
            </a:pPr>
            <a:r>
              <a:rPr lang="en-US" sz="1400" b="0" i="0" u="none" baseline="0">
                <a:solidFill>
                  <a:srgbClr val="000000"/>
                </a:solidFill>
                <a:latin typeface="Arial"/>
                <a:ea typeface="Arial"/>
              </a:rPr>
              <a:t>Third level</a:t>
            </a:r>
          </a:p>
          <a:p>
            <a:pPr marL="1600200" lvl="3" indent="-228600" algn="l">
              <a:lnSpc>
                <a:spcPct val="120000"/>
              </a:lnSpc>
              <a:spcBef>
                <a:spcPts val="500"/>
              </a:spcBef>
              <a:buNone/>
            </a:pPr>
            <a:r>
              <a:rPr lang="en-US" sz="1200" b="0" i="0" u="none" baseline="0">
                <a:solidFill>
                  <a:srgbClr val="000000"/>
                </a:solidFill>
                <a:latin typeface="Arial"/>
                <a:ea typeface="Arial"/>
              </a:rPr>
              <a:t>Fourth level</a:t>
            </a:r>
          </a:p>
          <a:p>
            <a:pPr marL="2057400" lvl="4" indent="-228600" algn="l">
              <a:lnSpc>
                <a:spcPct val="120000"/>
              </a:lnSpc>
              <a:spcBef>
                <a:spcPts val="500"/>
              </a:spcBef>
              <a:buNone/>
            </a:pPr>
            <a:r>
              <a:rPr lang="en-US" sz="1200" b="0" i="0" u="none" baseline="0">
                <a:solidFill>
                  <a:srgbClr val="000000"/>
                </a:solidFill>
                <a:latin typeface="Arial"/>
                <a:ea typeface="Arial"/>
              </a:rPr>
              <a:t>Fifth level</a:t>
            </a:r>
          </a:p>
        </p:txBody>
      </p:sp>
      <p:sp>
        <p:nvSpPr>
          <p:cNvPr id="4" name="AutoShape 4"/>
          <p:cNvSpPr>
            <a:spLocks noGrp="1"/>
          </p:cNvSpPr>
          <p:nvPr>
            <p:ph type="dt" sz="half" idx="10"/>
          </p:nvPr>
        </p:nvSpPr>
        <p:spPr>
          <a:xfrm>
            <a:off x="4718050" y="6409690"/>
            <a:ext cx="2743200" cy="274320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ftr" sz="quarter" idx="11"/>
          </p:nvPr>
        </p:nvSpPr>
        <p:spPr>
          <a:xfrm>
            <a:off x="660399" y="6409690"/>
            <a:ext cx="3657600" cy="274320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6" name="AutoShape 6"/>
          <p:cNvSpPr>
            <a:spLocks noGrp="1"/>
          </p:cNvSpPr>
          <p:nvPr>
            <p:ph type="sldNum" sz="quarter" idx="12"/>
          </p:nvPr>
        </p:nvSpPr>
        <p:spPr>
          <a:xfrm>
            <a:off x="7861300" y="6409690"/>
            <a:ext cx="3657600" cy="274320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r"/>
            <a:fld id="{3386411A-70EE-422D-B97C-F56BEE3FF077}" type="slidenum">
              <a:rPr lang="en-US" sz="1200" b="0" i="0" u="none" baseline="0">
                <a:solidFill>
                  <a:srgbClr val="000000">
                    <a:tint val="75000"/>
                  </a:srgbClr>
                </a:solidFill>
                <a:latin typeface="Arial"/>
                <a:ea typeface="Arial"/>
              </a:rPr>
              <a:t>‹#›</a:t>
            </a:fld>
            <a:endParaRPr lang="en-US" sz="1200" b="0" i="0" u="none" baseline="0">
              <a:solidFill>
                <a:srgbClr val="000000">
                  <a:tint val="75000"/>
                </a:srgbClr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bg>
      <p:bgPr>
        <a:gradFill>
          <a:gsLst>
            <a:gs pos="0">
              <a:srgbClr val="FFC717">
                <a:lumMod val="40000"/>
                <a:lumOff val="60000"/>
              </a:srgbClr>
            </a:gs>
            <a:gs pos="100000">
              <a:srgbClr val="FFC717">
                <a:alpha val="0"/>
                <a:lumMod val="20000"/>
                <a:lumOff val="80000"/>
              </a:srgbClr>
            </a:gs>
          </a:gsLst>
          <a:lin ang="162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1328414" y="1500189"/>
            <a:ext cx="2061861" cy="864515"/>
          </a:xfrm>
          <a:prstGeom prst="rect">
            <a:avLst/>
          </a:prstGeom>
          <a:noFill/>
        </p:spPr>
        <p:txBody>
          <a:bodyPr vert="horz" lIns="91440" tIns="45720" rIns="91440" bIns="45720" anchor="t">
            <a:normAutofit/>
          </a:bodyPr>
          <a:lstStyle/>
          <a:p>
            <a:pPr algn="r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 baseline="0">
                <a:solidFill>
                  <a:srgbClr val="000000"/>
                </a:solidFill>
                <a:latin typeface="Arial"/>
                <a:ea typeface="Arial"/>
              </a:rPr>
              <a:t>Agenda</a:t>
            </a:r>
          </a:p>
        </p:txBody>
      </p:sp>
      <p:sp>
        <p:nvSpPr>
          <p:cNvPr id="3" name="AutoShape 3"/>
          <p:cNvSpPr>
            <a:spLocks noGrp="1"/>
          </p:cNvSpPr>
          <p:nvPr>
            <p:ph sz="quarter" idx="1"/>
          </p:nvPr>
        </p:nvSpPr>
        <p:spPr>
          <a:xfrm>
            <a:off x="3638391" y="1500189"/>
            <a:ext cx="7880509" cy="4633912"/>
          </a:xfrm>
        </p:spPr>
        <p:txBody>
          <a:bodyPr vert="horz" lIns="91440" tIns="45720" rIns="91440" bIns="45720" anchor="t">
            <a:normAutofit/>
          </a:bodyPr>
          <a:lstStyle/>
          <a:p>
            <a:pPr marL="342900" indent="-34290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1800" b="0" i="0" u="none" baseline="0">
                <a:solidFill>
                  <a:srgbClr val="000000"/>
                </a:solidFill>
                <a:latin typeface="Arial"/>
                <a:ea typeface="Arial"/>
              </a:rPr>
              <a:t>Click to add text</a:t>
            </a:r>
          </a:p>
          <a:p>
            <a:pPr marL="800100" lvl="1" indent="-342900" algn="l">
              <a:lnSpc>
                <a:spcPct val="100000"/>
              </a:lnSpc>
              <a:spcBef>
                <a:spcPts val="500"/>
              </a:spcBef>
              <a:buNone/>
            </a:pPr>
            <a:r>
              <a:rPr lang="en-US" sz="1600" b="0" i="0" u="none" baseline="0">
                <a:solidFill>
                  <a:srgbClr val="000000"/>
                </a:solidFill>
                <a:latin typeface="Arial"/>
                <a:ea typeface="Arial"/>
              </a:rPr>
              <a:t>Second level</a:t>
            </a:r>
          </a:p>
          <a:p>
            <a:pPr marL="1257300" lvl="2" indent="-342900" algn="l">
              <a:lnSpc>
                <a:spcPct val="100000"/>
              </a:lnSpc>
              <a:spcBef>
                <a:spcPts val="500"/>
              </a:spcBef>
              <a:buNone/>
            </a:pPr>
            <a:r>
              <a:rPr lang="en-US" sz="1400" b="0" i="0" u="none" baseline="0">
                <a:solidFill>
                  <a:srgbClr val="000000"/>
                </a:solidFill>
                <a:latin typeface="Arial"/>
                <a:ea typeface="Arial"/>
              </a:rPr>
              <a:t>Third level</a:t>
            </a:r>
          </a:p>
          <a:p>
            <a:pPr marL="1600200" lvl="3" indent="-228600" algn="l">
              <a:lnSpc>
                <a:spcPct val="100000"/>
              </a:lnSpc>
              <a:spcBef>
                <a:spcPts val="500"/>
              </a:spcBef>
              <a:buNone/>
            </a:pPr>
            <a:r>
              <a:rPr lang="en-US" sz="1200" b="0" i="0" u="none" baseline="0">
                <a:solidFill>
                  <a:srgbClr val="000000"/>
                </a:solidFill>
                <a:latin typeface="Arial"/>
                <a:ea typeface="Arial"/>
              </a:rPr>
              <a:t>Fourth level</a:t>
            </a:r>
          </a:p>
          <a:p>
            <a:pPr marL="2057400" lvl="4" indent="-228600" algn="l">
              <a:lnSpc>
                <a:spcPct val="100000"/>
              </a:lnSpc>
              <a:spcBef>
                <a:spcPts val="500"/>
              </a:spcBef>
              <a:buNone/>
            </a:pPr>
            <a:r>
              <a:rPr lang="en-US" sz="1200" b="0" i="0" u="none" baseline="0">
                <a:solidFill>
                  <a:srgbClr val="000000"/>
                </a:solidFill>
                <a:latin typeface="Arial"/>
                <a:ea typeface="Arial"/>
              </a:rPr>
              <a:t>Fifth level</a:t>
            </a:r>
          </a:p>
        </p:txBody>
      </p:sp>
      <p:sp>
        <p:nvSpPr>
          <p:cNvPr id="4" name="AutoShape 4"/>
          <p:cNvSpPr>
            <a:spLocks noGrp="1"/>
          </p:cNvSpPr>
          <p:nvPr>
            <p:ph type="dt" sz="half" idx="10"/>
          </p:nvPr>
        </p:nvSpPr>
        <p:spPr>
          <a:xfrm>
            <a:off x="4718050" y="6409690"/>
            <a:ext cx="2743200" cy="274320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ftr" sz="quarter" idx="11"/>
          </p:nvPr>
        </p:nvSpPr>
        <p:spPr>
          <a:xfrm>
            <a:off x="660399" y="6409690"/>
            <a:ext cx="3657600" cy="274320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6" name="AutoShape 6"/>
          <p:cNvSpPr>
            <a:spLocks noGrp="1"/>
          </p:cNvSpPr>
          <p:nvPr>
            <p:ph type="sldNum" sz="quarter" idx="12"/>
          </p:nvPr>
        </p:nvSpPr>
        <p:spPr>
          <a:xfrm>
            <a:off x="7861300" y="6409690"/>
            <a:ext cx="3657600" cy="274320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r"/>
            <a:fld id="{3386411A-70EE-422D-B97C-F56BEE3FF077}" type="slidenum">
              <a:rPr lang="en-US" sz="1200" b="0" i="0" u="none" baseline="0">
                <a:solidFill>
                  <a:srgbClr val="000000">
                    <a:tint val="75000"/>
                  </a:srgbClr>
                </a:solidFill>
                <a:latin typeface="Arial"/>
                <a:ea typeface="Arial"/>
              </a:rPr>
              <a:t>‹#›</a:t>
            </a:fld>
            <a:endParaRPr lang="en-US" sz="1200" b="0" i="0" u="none" baseline="0">
              <a:solidFill>
                <a:srgbClr val="000000">
                  <a:tint val="75000"/>
                </a:srgbClr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flipH="1">
            <a:off x="0" y="0"/>
            <a:ext cx="12192001" cy="6858571"/>
            <a:chOff x="0" y="0"/>
            <a:chExt cx="12192001" cy="685857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DA8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4" name="Freeform 4"/>
            <p:cNvSpPr/>
            <p:nvPr/>
          </p:nvSpPr>
          <p:spPr>
            <a:xfrm>
              <a:off x="8345837" y="3457662"/>
              <a:ext cx="1498663" cy="1393126"/>
            </a:xfrm>
            <a:custGeom>
              <a:avLst/>
              <a:gdLst/>
              <a:ahLst/>
              <a:cxnLst/>
              <a:rect l="l" t="t" r="r" b="b"/>
              <a:pathLst>
                <a:path w="1498663" h="1393126">
                  <a:moveTo>
                    <a:pt x="1498663" y="696563"/>
                  </a:moveTo>
                  <a:cubicBezTo>
                    <a:pt x="1498663" y="1081265"/>
                    <a:pt x="1163176" y="1393127"/>
                    <a:pt x="749332" y="1393127"/>
                  </a:cubicBezTo>
                  <a:cubicBezTo>
                    <a:pt x="335487" y="1393127"/>
                    <a:pt x="0" y="1081265"/>
                    <a:pt x="0" y="696563"/>
                  </a:cubicBezTo>
                  <a:cubicBezTo>
                    <a:pt x="0" y="311862"/>
                    <a:pt x="335487" y="0"/>
                    <a:pt x="749332" y="0"/>
                  </a:cubicBezTo>
                  <a:cubicBezTo>
                    <a:pt x="1163176" y="0"/>
                    <a:pt x="1498663" y="311862"/>
                    <a:pt x="1498663" y="696563"/>
                  </a:cubicBezTo>
                  <a:close/>
                </a:path>
              </a:pathLst>
            </a:custGeom>
            <a:solidFill>
              <a:srgbClr val="FFE592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5" name="Freeform 5"/>
            <p:cNvSpPr/>
            <p:nvPr/>
          </p:nvSpPr>
          <p:spPr>
            <a:xfrm>
              <a:off x="6444322" y="2105026"/>
              <a:ext cx="5747679" cy="4752975"/>
            </a:xfrm>
            <a:custGeom>
              <a:avLst/>
              <a:gdLst/>
              <a:ahLst/>
              <a:cxnLst/>
              <a:rect l="l" t="t" r="r" b="b"/>
              <a:pathLst>
                <a:path w="5747679" h="4752975">
                  <a:moveTo>
                    <a:pt x="4311133" y="403"/>
                  </a:moveTo>
                  <a:cubicBezTo>
                    <a:pt x="4697936" y="9349"/>
                    <a:pt x="5133063" y="166873"/>
                    <a:pt x="5503933" y="420166"/>
                  </a:cubicBezTo>
                  <a:cubicBezTo>
                    <a:pt x="5571364" y="466220"/>
                    <a:pt x="5631039" y="511608"/>
                    <a:pt x="5683851" y="556204"/>
                  </a:cubicBezTo>
                  <a:lnTo>
                    <a:pt x="5747679" y="616599"/>
                  </a:lnTo>
                  <a:lnTo>
                    <a:pt x="5747679" y="4752975"/>
                  </a:lnTo>
                  <a:lnTo>
                    <a:pt x="0" y="4752975"/>
                  </a:lnTo>
                  <a:lnTo>
                    <a:pt x="31482" y="4554509"/>
                  </a:lnTo>
                  <a:cubicBezTo>
                    <a:pt x="129078" y="4130452"/>
                    <a:pt x="416846" y="3732617"/>
                    <a:pt x="1087858" y="3545129"/>
                  </a:cubicBezTo>
                  <a:cubicBezTo>
                    <a:pt x="2877224" y="3045161"/>
                    <a:pt x="4012794" y="4125201"/>
                    <a:pt x="3407481" y="1941118"/>
                  </a:cubicBezTo>
                  <a:cubicBezTo>
                    <a:pt x="3010369" y="507752"/>
                    <a:pt x="3572691" y="-16677"/>
                    <a:pt x="4311133" y="403"/>
                  </a:cubicBezTo>
                  <a:close/>
                </a:path>
              </a:pathLst>
            </a:custGeom>
            <a:solidFill>
              <a:srgbClr val="FFCB48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grpSp>
          <p:nvGrpSpPr>
            <p:cNvPr id="6" name="Group 6"/>
            <p:cNvGrpSpPr/>
            <p:nvPr/>
          </p:nvGrpSpPr>
          <p:grpSpPr>
            <a:xfrm>
              <a:off x="10211480" y="343483"/>
              <a:ext cx="1636369" cy="1427246"/>
              <a:chOff x="10634688" y="-6006744"/>
              <a:chExt cx="1636369" cy="1427246"/>
            </a:xfrm>
            <a:solidFill>
              <a:srgbClr val="FFCB48"/>
            </a:solidFill>
          </p:grpSpPr>
          <p:sp>
            <p:nvSpPr>
              <p:cNvPr id="7" name="Freeform 7"/>
              <p:cNvSpPr/>
              <p:nvPr/>
            </p:nvSpPr>
            <p:spPr>
              <a:xfrm>
                <a:off x="11690794" y="-6006744"/>
                <a:ext cx="580263" cy="638175"/>
              </a:xfrm>
              <a:custGeom>
                <a:avLst/>
                <a:gdLst/>
                <a:ahLst/>
                <a:cxnLst/>
                <a:rect l="l" t="t" r="r" b="b"/>
                <a:pathLst>
                  <a:path w="580263" h="638175">
                    <a:moveTo>
                      <a:pt x="580263" y="319088"/>
                    </a:moveTo>
                    <a:cubicBezTo>
                      <a:pt x="580263" y="495315"/>
                      <a:pt x="450367" y="638175"/>
                      <a:pt x="290131" y="638175"/>
                    </a:cubicBezTo>
                    <a:cubicBezTo>
                      <a:pt x="129896" y="638175"/>
                      <a:pt x="-1" y="495315"/>
                      <a:pt x="-1" y="319088"/>
                    </a:cubicBezTo>
                    <a:cubicBezTo>
                      <a:pt x="-1" y="142860"/>
                      <a:pt x="129896" y="0"/>
                      <a:pt x="290131" y="0"/>
                    </a:cubicBezTo>
                    <a:cubicBezTo>
                      <a:pt x="450366" y="0"/>
                      <a:pt x="580263" y="142860"/>
                      <a:pt x="580263" y="319088"/>
                    </a:cubicBezTo>
                    <a:close/>
                  </a:path>
                </a:pathLst>
              </a:custGeom>
              <a:solidFill>
                <a:srgbClr val="FFCB48"/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8" name="Freeform 8"/>
              <p:cNvSpPr/>
              <p:nvPr/>
            </p:nvSpPr>
            <p:spPr>
              <a:xfrm>
                <a:off x="10634688" y="-5146806"/>
                <a:ext cx="602932" cy="567308"/>
              </a:xfrm>
              <a:custGeom>
                <a:avLst/>
                <a:gdLst/>
                <a:ahLst/>
                <a:cxnLst/>
                <a:rect l="l" t="t" r="r" b="b"/>
                <a:pathLst>
                  <a:path w="602932" h="567308">
                    <a:moveTo>
                      <a:pt x="602933" y="283655"/>
                    </a:moveTo>
                    <a:cubicBezTo>
                      <a:pt x="602933" y="440313"/>
                      <a:pt x="467961" y="567309"/>
                      <a:pt x="301466" y="567309"/>
                    </a:cubicBezTo>
                    <a:cubicBezTo>
                      <a:pt x="134971" y="567309"/>
                      <a:pt x="0" y="440313"/>
                      <a:pt x="0" y="283655"/>
                    </a:cubicBezTo>
                    <a:cubicBezTo>
                      <a:pt x="0" y="126996"/>
                      <a:pt x="134971" y="0"/>
                      <a:pt x="301466" y="0"/>
                    </a:cubicBezTo>
                    <a:cubicBezTo>
                      <a:pt x="467961" y="0"/>
                      <a:pt x="602933" y="126996"/>
                      <a:pt x="602933" y="283655"/>
                    </a:cubicBezTo>
                    <a:close/>
                  </a:path>
                </a:pathLst>
              </a:custGeom>
              <a:solidFill>
                <a:srgbClr val="FFCB48"/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</p:grpSp>
        <p:sp>
          <p:nvSpPr>
            <p:cNvPr id="9" name="Freeform 9"/>
            <p:cNvSpPr/>
            <p:nvPr/>
          </p:nvSpPr>
          <p:spPr>
            <a:xfrm>
              <a:off x="9021055" y="2844684"/>
              <a:ext cx="341233" cy="341233"/>
            </a:xfrm>
            <a:custGeom>
              <a:avLst/>
              <a:gdLst/>
              <a:ahLst/>
              <a:cxnLst/>
              <a:rect l="l" t="t" r="r" b="b"/>
              <a:pathLst>
                <a:path w="341233" h="341233">
                  <a:moveTo>
                    <a:pt x="14073" y="189333"/>
                  </a:moveTo>
                  <a:cubicBezTo>
                    <a:pt x="95607" y="213241"/>
                    <a:pt x="127992" y="245626"/>
                    <a:pt x="151900" y="327160"/>
                  </a:cubicBezTo>
                  <a:cubicBezTo>
                    <a:pt x="157424" y="345924"/>
                    <a:pt x="183809" y="345924"/>
                    <a:pt x="189333" y="327160"/>
                  </a:cubicBezTo>
                  <a:cubicBezTo>
                    <a:pt x="213241" y="245626"/>
                    <a:pt x="245626" y="213241"/>
                    <a:pt x="327160" y="189333"/>
                  </a:cubicBezTo>
                  <a:cubicBezTo>
                    <a:pt x="345924" y="183809"/>
                    <a:pt x="345924" y="157424"/>
                    <a:pt x="327160" y="151900"/>
                  </a:cubicBezTo>
                  <a:cubicBezTo>
                    <a:pt x="245626" y="127992"/>
                    <a:pt x="213241" y="95607"/>
                    <a:pt x="189333" y="14073"/>
                  </a:cubicBezTo>
                  <a:cubicBezTo>
                    <a:pt x="183809" y="-4691"/>
                    <a:pt x="157424" y="-4691"/>
                    <a:pt x="151900" y="14073"/>
                  </a:cubicBezTo>
                  <a:cubicBezTo>
                    <a:pt x="127992" y="95607"/>
                    <a:pt x="95607" y="127992"/>
                    <a:pt x="14073" y="151900"/>
                  </a:cubicBezTo>
                  <a:cubicBezTo>
                    <a:pt x="-4691" y="157424"/>
                    <a:pt x="-4691" y="183809"/>
                    <a:pt x="14073" y="189333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 lnSpcReduction="10000"/>
            </a:bodyPr>
            <a:lstStyle/>
            <a:p>
              <a:pPr marL="0" algn="l"/>
              <a:endParaRPr/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6856762" y="3892249"/>
              <a:ext cx="5134322" cy="2965751"/>
              <a:chOff x="5365315" y="-5239314"/>
              <a:chExt cx="6253564" cy="3612261"/>
            </a:xfrm>
          </p:grpSpPr>
          <p:grpSp>
            <p:nvGrpSpPr>
              <p:cNvPr id="11" name="Group 11"/>
              <p:cNvGrpSpPr/>
              <p:nvPr/>
            </p:nvGrpSpPr>
            <p:grpSpPr>
              <a:xfrm>
                <a:off x="5365315" y="-2645085"/>
                <a:ext cx="6253564" cy="1018032"/>
                <a:chOff x="5365315" y="-2645085"/>
                <a:chExt cx="6253564" cy="1018032"/>
              </a:xfrm>
            </p:grpSpPr>
            <p:grpSp>
              <p:nvGrpSpPr>
                <p:cNvPr id="12" name="Group 12"/>
                <p:cNvGrpSpPr/>
                <p:nvPr/>
              </p:nvGrpSpPr>
              <p:grpSpPr>
                <a:xfrm>
                  <a:off x="5365315" y="-2645085"/>
                  <a:ext cx="6253564" cy="1018032"/>
                  <a:chOff x="5365315" y="-2645085"/>
                  <a:chExt cx="6253564" cy="1018032"/>
                </a:xfrm>
              </p:grpSpPr>
              <p:sp>
                <p:nvSpPr>
                  <p:cNvPr id="13" name="Freeform 13"/>
                  <p:cNvSpPr/>
                  <p:nvPr/>
                </p:nvSpPr>
                <p:spPr>
                  <a:xfrm>
                    <a:off x="5365315" y="-2645085"/>
                    <a:ext cx="1917594" cy="10179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17594" h="1017936">
                        <a:moveTo>
                          <a:pt x="1917594" y="1017937"/>
                        </a:moveTo>
                        <a:lnTo>
                          <a:pt x="210524" y="1017937"/>
                        </a:lnTo>
                        <a:cubicBezTo>
                          <a:pt x="-263155" y="459486"/>
                          <a:pt x="210524" y="0"/>
                          <a:pt x="210524" y="0"/>
                        </a:cubicBezTo>
                        <a:lnTo>
                          <a:pt x="1917594" y="0"/>
                        </a:lnTo>
                        <a:cubicBezTo>
                          <a:pt x="1917594" y="0"/>
                          <a:pt x="1443916" y="459486"/>
                          <a:pt x="1917594" y="1017937"/>
                        </a:cubicBezTo>
                        <a:close/>
                      </a:path>
                    </a:pathLst>
                  </a:custGeom>
                  <a:solidFill>
                    <a:srgbClr val="FF5900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14" name="Freeform 14"/>
                  <p:cNvSpPr/>
                  <p:nvPr/>
                </p:nvSpPr>
                <p:spPr>
                  <a:xfrm>
                    <a:off x="7072386" y="-2644990"/>
                    <a:ext cx="4546494" cy="10179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46494" h="1017936">
                        <a:moveTo>
                          <a:pt x="156707" y="348996"/>
                        </a:moveTo>
                        <a:cubicBezTo>
                          <a:pt x="102224" y="528542"/>
                          <a:pt x="141848" y="708565"/>
                          <a:pt x="274341" y="884968"/>
                        </a:cubicBezTo>
                        <a:lnTo>
                          <a:pt x="4480010" y="884968"/>
                        </a:lnTo>
                        <a:cubicBezTo>
                          <a:pt x="4516681" y="884968"/>
                          <a:pt x="4546495" y="914686"/>
                          <a:pt x="4546495" y="951452"/>
                        </a:cubicBezTo>
                        <a:lnTo>
                          <a:pt x="4546495" y="951452"/>
                        </a:lnTo>
                        <a:cubicBezTo>
                          <a:pt x="4546495" y="988124"/>
                          <a:pt x="4516777" y="1017937"/>
                          <a:pt x="4480010" y="1017937"/>
                        </a:cubicBezTo>
                        <a:lnTo>
                          <a:pt x="210524" y="1017937"/>
                        </a:lnTo>
                        <a:cubicBezTo>
                          <a:pt x="-263155" y="459486"/>
                          <a:pt x="210524" y="0"/>
                          <a:pt x="210524" y="0"/>
                        </a:cubicBezTo>
                        <a:lnTo>
                          <a:pt x="4480010" y="0"/>
                        </a:lnTo>
                        <a:cubicBezTo>
                          <a:pt x="4516681" y="0"/>
                          <a:pt x="4546495" y="29718"/>
                          <a:pt x="4546495" y="66485"/>
                        </a:cubicBezTo>
                        <a:lnTo>
                          <a:pt x="4546495" y="66485"/>
                        </a:lnTo>
                        <a:cubicBezTo>
                          <a:pt x="4546495" y="103156"/>
                          <a:pt x="4516777" y="132969"/>
                          <a:pt x="4480010" y="132969"/>
                        </a:cubicBezTo>
                        <a:lnTo>
                          <a:pt x="270817" y="132969"/>
                        </a:lnTo>
                        <a:cubicBezTo>
                          <a:pt x="237384" y="175355"/>
                          <a:pt x="186330" y="251365"/>
                          <a:pt x="156707" y="348996"/>
                        </a:cubicBezTo>
                        <a:close/>
                      </a:path>
                    </a:pathLst>
                  </a:custGeom>
                  <a:solidFill>
                    <a:srgbClr val="FF7402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15" name="Freeform 15"/>
                  <p:cNvSpPr/>
                  <p:nvPr/>
                </p:nvSpPr>
                <p:spPr>
                  <a:xfrm>
                    <a:off x="7205406" y="-2512116"/>
                    <a:ext cx="4216211" cy="75209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16211" h="752093">
                        <a:moveTo>
                          <a:pt x="4216211" y="0"/>
                        </a:moveTo>
                        <a:lnTo>
                          <a:pt x="4216211" y="752094"/>
                        </a:lnTo>
                        <a:lnTo>
                          <a:pt x="141321" y="752094"/>
                        </a:lnTo>
                        <a:cubicBezTo>
                          <a:pt x="8828" y="575786"/>
                          <a:pt x="-30796" y="395669"/>
                          <a:pt x="23687" y="216122"/>
                        </a:cubicBezTo>
                        <a:cubicBezTo>
                          <a:pt x="53310" y="118491"/>
                          <a:pt x="104364" y="42481"/>
                          <a:pt x="137797" y="0"/>
                        </a:cubicBezTo>
                        <a:lnTo>
                          <a:pt x="4216211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</p:grpSp>
            <p:sp>
              <p:nvSpPr>
                <p:cNvPr id="16" name="Freeform 16"/>
                <p:cNvSpPr/>
                <p:nvPr/>
              </p:nvSpPr>
              <p:spPr>
                <a:xfrm>
                  <a:off x="7953184" y="-2280945"/>
                  <a:ext cx="3197828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7828" h="9525">
                      <a:moveTo>
                        <a:pt x="3197829" y="0"/>
                      </a:moveTo>
                      <a:lnTo>
                        <a:pt x="0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17" name="Freeform 17"/>
                <p:cNvSpPr/>
                <p:nvPr/>
              </p:nvSpPr>
              <p:spPr>
                <a:xfrm>
                  <a:off x="8780144" y="-2143880"/>
                  <a:ext cx="2357723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57723" h="9525">
                      <a:moveTo>
                        <a:pt x="0" y="0"/>
                      </a:moveTo>
                      <a:lnTo>
                        <a:pt x="2357724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18" name="Freeform 18"/>
                <p:cNvSpPr/>
                <p:nvPr/>
              </p:nvSpPr>
              <p:spPr>
                <a:xfrm>
                  <a:off x="7527988" y="-1902897"/>
                  <a:ext cx="3761041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1041" h="9525">
                      <a:moveTo>
                        <a:pt x="3761042" y="0"/>
                      </a:moveTo>
                      <a:lnTo>
                        <a:pt x="0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19" name="Freeform 19"/>
                <p:cNvSpPr/>
                <p:nvPr/>
              </p:nvSpPr>
              <p:spPr>
                <a:xfrm>
                  <a:off x="8111584" y="-2287803"/>
                  <a:ext cx="430815" cy="3360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0815" h="336041">
                      <a:moveTo>
                        <a:pt x="430816" y="336042"/>
                      </a:moveTo>
                      <a:lnTo>
                        <a:pt x="255366" y="249650"/>
                      </a:lnTo>
                      <a:lnTo>
                        <a:pt x="124683" y="336042"/>
                      </a:lnTo>
                      <a:lnTo>
                        <a:pt x="0" y="0"/>
                      </a:lnTo>
                      <a:lnTo>
                        <a:pt x="306134" y="0"/>
                      </a:lnTo>
                      <a:close/>
                    </a:path>
                  </a:pathLst>
                </a:custGeom>
                <a:solidFill>
                  <a:srgbClr val="0C1A44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 fontScale="85000" lnSpcReduction="20000"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20" name="Freeform 20"/>
                <p:cNvSpPr/>
                <p:nvPr/>
              </p:nvSpPr>
              <p:spPr>
                <a:xfrm>
                  <a:off x="5757385" y="-2251893"/>
                  <a:ext cx="919733" cy="2253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9733" h="225361">
                      <a:moveTo>
                        <a:pt x="919734" y="112681"/>
                      </a:moveTo>
                      <a:cubicBezTo>
                        <a:pt x="919734" y="174913"/>
                        <a:pt x="713845" y="225361"/>
                        <a:pt x="459867" y="225361"/>
                      </a:cubicBezTo>
                      <a:cubicBezTo>
                        <a:pt x="205889" y="225361"/>
                        <a:pt x="0" y="174912"/>
                        <a:pt x="0" y="112681"/>
                      </a:cubicBezTo>
                      <a:cubicBezTo>
                        <a:pt x="0" y="50449"/>
                        <a:pt x="205889" y="0"/>
                        <a:pt x="459867" y="0"/>
                      </a:cubicBezTo>
                      <a:cubicBezTo>
                        <a:pt x="713845" y="0"/>
                        <a:pt x="919734" y="50449"/>
                        <a:pt x="919734" y="112681"/>
                      </a:cubicBezTo>
                      <a:close/>
                    </a:path>
                  </a:pathLst>
                </a:custGeom>
                <a:solidFill>
                  <a:srgbClr val="FF7402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 fontScale="40000" lnSpcReduction="20000"/>
                </a:bodyPr>
                <a:lstStyle/>
                <a:p>
                  <a:pPr marL="0" algn="l"/>
                  <a:endParaRPr/>
                </a:p>
              </p:txBody>
            </p:sp>
          </p:grpSp>
          <p:grpSp>
            <p:nvGrpSpPr>
              <p:cNvPr id="21" name="Group 21"/>
              <p:cNvGrpSpPr/>
              <p:nvPr/>
            </p:nvGrpSpPr>
            <p:grpSpPr>
              <a:xfrm>
                <a:off x="6550754" y="-3503193"/>
                <a:ext cx="4401184" cy="861631"/>
                <a:chOff x="6550754" y="-3503193"/>
                <a:chExt cx="4401184" cy="861631"/>
              </a:xfrm>
            </p:grpSpPr>
            <p:grpSp>
              <p:nvGrpSpPr>
                <p:cNvPr id="22" name="Group 22"/>
                <p:cNvGrpSpPr/>
                <p:nvPr/>
              </p:nvGrpSpPr>
              <p:grpSpPr>
                <a:xfrm>
                  <a:off x="6550754" y="-3503193"/>
                  <a:ext cx="4401184" cy="861631"/>
                  <a:chOff x="6550754" y="-3503193"/>
                  <a:chExt cx="4401184" cy="861631"/>
                </a:xfrm>
              </p:grpSpPr>
              <p:sp>
                <p:nvSpPr>
                  <p:cNvPr id="23" name="Freeform 23"/>
                  <p:cNvSpPr/>
                  <p:nvPr/>
                </p:nvSpPr>
                <p:spPr>
                  <a:xfrm>
                    <a:off x="7752238" y="-3503193"/>
                    <a:ext cx="454310" cy="8616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4310" h="861631">
                        <a:moveTo>
                          <a:pt x="454311" y="861632"/>
                        </a:moveTo>
                        <a:lnTo>
                          <a:pt x="178181" y="861632"/>
                        </a:lnTo>
                        <a:cubicBezTo>
                          <a:pt x="-222726" y="388906"/>
                          <a:pt x="178181" y="0"/>
                          <a:pt x="178181" y="0"/>
                        </a:cubicBezTo>
                        <a:lnTo>
                          <a:pt x="454311" y="0"/>
                        </a:lnTo>
                        <a:cubicBezTo>
                          <a:pt x="454311" y="0"/>
                          <a:pt x="53403" y="388906"/>
                          <a:pt x="454311" y="861632"/>
                        </a:cubicBezTo>
                        <a:close/>
                      </a:path>
                    </a:pathLst>
                  </a:custGeom>
                  <a:solidFill>
                    <a:srgbClr val="284499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24" name="Freeform 24"/>
                  <p:cNvSpPr/>
                  <p:nvPr/>
                </p:nvSpPr>
                <p:spPr>
                  <a:xfrm>
                    <a:off x="6583520" y="-3503193"/>
                    <a:ext cx="1346803" cy="8616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46803" h="861631">
                        <a:moveTo>
                          <a:pt x="1346803" y="861632"/>
                        </a:moveTo>
                        <a:lnTo>
                          <a:pt x="178181" y="861632"/>
                        </a:lnTo>
                        <a:cubicBezTo>
                          <a:pt x="-222726" y="388906"/>
                          <a:pt x="178181" y="0"/>
                          <a:pt x="178181" y="0"/>
                        </a:cubicBezTo>
                        <a:lnTo>
                          <a:pt x="1346803" y="0"/>
                        </a:lnTo>
                        <a:cubicBezTo>
                          <a:pt x="1346803" y="0"/>
                          <a:pt x="945896" y="388906"/>
                          <a:pt x="1346803" y="861632"/>
                        </a:cubicBezTo>
                        <a:close/>
                      </a:path>
                    </a:pathLst>
                  </a:custGeom>
                  <a:solidFill>
                    <a:srgbClr val="0C1A44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25" name="Freeform 25"/>
                  <p:cNvSpPr/>
                  <p:nvPr/>
                </p:nvSpPr>
                <p:spPr>
                  <a:xfrm>
                    <a:off x="8028272" y="-3503097"/>
                    <a:ext cx="2923666" cy="8615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23666" h="861536">
                        <a:moveTo>
                          <a:pt x="132652" y="295370"/>
                        </a:moveTo>
                        <a:cubicBezTo>
                          <a:pt x="86551" y="447294"/>
                          <a:pt x="120078" y="599694"/>
                          <a:pt x="232188" y="748951"/>
                        </a:cubicBezTo>
                        <a:lnTo>
                          <a:pt x="2867375" y="748951"/>
                        </a:lnTo>
                        <a:cubicBezTo>
                          <a:pt x="2898426" y="748951"/>
                          <a:pt x="2923667" y="774097"/>
                          <a:pt x="2923667" y="805244"/>
                        </a:cubicBezTo>
                        <a:lnTo>
                          <a:pt x="2923667" y="805244"/>
                        </a:lnTo>
                        <a:cubicBezTo>
                          <a:pt x="2923667" y="836295"/>
                          <a:pt x="2898521" y="861536"/>
                          <a:pt x="2867375" y="861536"/>
                        </a:cubicBezTo>
                        <a:lnTo>
                          <a:pt x="178181" y="861536"/>
                        </a:lnTo>
                        <a:cubicBezTo>
                          <a:pt x="-222726" y="388906"/>
                          <a:pt x="178181" y="0"/>
                          <a:pt x="178181" y="0"/>
                        </a:cubicBezTo>
                        <a:lnTo>
                          <a:pt x="2867375" y="0"/>
                        </a:lnTo>
                        <a:cubicBezTo>
                          <a:pt x="2898426" y="0"/>
                          <a:pt x="2923667" y="25146"/>
                          <a:pt x="2923667" y="56293"/>
                        </a:cubicBezTo>
                        <a:lnTo>
                          <a:pt x="2923667" y="56293"/>
                        </a:lnTo>
                        <a:cubicBezTo>
                          <a:pt x="2923667" y="87344"/>
                          <a:pt x="2898521" y="112586"/>
                          <a:pt x="2867375" y="112586"/>
                        </a:cubicBezTo>
                        <a:lnTo>
                          <a:pt x="229235" y="112586"/>
                        </a:lnTo>
                        <a:cubicBezTo>
                          <a:pt x="200946" y="148495"/>
                          <a:pt x="157702" y="212788"/>
                          <a:pt x="132652" y="295370"/>
                        </a:cubicBezTo>
                        <a:close/>
                      </a:path>
                    </a:pathLst>
                  </a:custGeom>
                  <a:solidFill>
                    <a:srgbClr val="1B3276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26" name="Freeform 26"/>
                  <p:cNvSpPr/>
                  <p:nvPr/>
                </p:nvSpPr>
                <p:spPr>
                  <a:xfrm>
                    <a:off x="8140881" y="-3390607"/>
                    <a:ext cx="2644085" cy="6365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44085" h="636555">
                        <a:moveTo>
                          <a:pt x="2644086" y="0"/>
                        </a:moveTo>
                        <a:lnTo>
                          <a:pt x="2644086" y="636556"/>
                        </a:lnTo>
                        <a:lnTo>
                          <a:pt x="119579" y="636556"/>
                        </a:lnTo>
                        <a:cubicBezTo>
                          <a:pt x="7470" y="487299"/>
                          <a:pt x="-26058" y="334899"/>
                          <a:pt x="20043" y="182975"/>
                        </a:cubicBezTo>
                        <a:cubicBezTo>
                          <a:pt x="45094" y="100298"/>
                          <a:pt x="88337" y="36004"/>
                          <a:pt x="116626" y="0"/>
                        </a:cubicBezTo>
                        <a:lnTo>
                          <a:pt x="2644086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27" name="Freeform 27"/>
                  <p:cNvSpPr/>
                  <p:nvPr/>
                </p:nvSpPr>
                <p:spPr>
                  <a:xfrm>
                    <a:off x="6550754" y="-3503193"/>
                    <a:ext cx="454310" cy="8616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4310" h="861631">
                        <a:moveTo>
                          <a:pt x="454311" y="861632"/>
                        </a:moveTo>
                        <a:lnTo>
                          <a:pt x="178181" y="861632"/>
                        </a:lnTo>
                        <a:cubicBezTo>
                          <a:pt x="-222726" y="388906"/>
                          <a:pt x="178181" y="0"/>
                          <a:pt x="178181" y="0"/>
                        </a:cubicBezTo>
                        <a:lnTo>
                          <a:pt x="454311" y="0"/>
                        </a:lnTo>
                        <a:cubicBezTo>
                          <a:pt x="454311" y="0"/>
                          <a:pt x="53404" y="388906"/>
                          <a:pt x="454311" y="861632"/>
                        </a:cubicBezTo>
                        <a:close/>
                      </a:path>
                    </a:pathLst>
                  </a:custGeom>
                  <a:solidFill>
                    <a:srgbClr val="284499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</p:grpSp>
            <p:sp>
              <p:nvSpPr>
                <p:cNvPr id="28" name="Freeform 28"/>
                <p:cNvSpPr/>
                <p:nvPr/>
              </p:nvSpPr>
              <p:spPr>
                <a:xfrm>
                  <a:off x="8773667" y="-3194963"/>
                  <a:ext cx="1782318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2318" h="9525">
                      <a:moveTo>
                        <a:pt x="1782318" y="0"/>
                      </a:moveTo>
                      <a:lnTo>
                        <a:pt x="0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29" name="Freeform 29"/>
                <p:cNvSpPr/>
                <p:nvPr/>
              </p:nvSpPr>
              <p:spPr>
                <a:xfrm>
                  <a:off x="9473564" y="-3078949"/>
                  <a:ext cx="1071276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276" h="9525">
                      <a:moveTo>
                        <a:pt x="0" y="0"/>
                      </a:moveTo>
                      <a:lnTo>
                        <a:pt x="1071277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30" name="Freeform 30"/>
                <p:cNvSpPr/>
                <p:nvPr/>
              </p:nvSpPr>
              <p:spPr>
                <a:xfrm>
                  <a:off x="8413908" y="-2875019"/>
                  <a:ext cx="2258853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58853" h="9525">
                      <a:moveTo>
                        <a:pt x="2258854" y="0"/>
                      </a:moveTo>
                      <a:lnTo>
                        <a:pt x="0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l"/>
                  <a:endParaRPr/>
                </a:p>
              </p:txBody>
            </p:sp>
          </p:grpSp>
          <p:grpSp>
            <p:nvGrpSpPr>
              <p:cNvPr id="31" name="Group 31"/>
              <p:cNvGrpSpPr/>
              <p:nvPr/>
            </p:nvGrpSpPr>
            <p:grpSpPr>
              <a:xfrm>
                <a:off x="9038137" y="-5239314"/>
                <a:ext cx="1631705" cy="1728487"/>
                <a:chOff x="9038137" y="-5239314"/>
                <a:chExt cx="1631705" cy="1728487"/>
              </a:xfrm>
            </p:grpSpPr>
            <p:grpSp>
              <p:nvGrpSpPr>
                <p:cNvPr id="32" name="Group 32"/>
                <p:cNvGrpSpPr/>
                <p:nvPr/>
              </p:nvGrpSpPr>
              <p:grpSpPr>
                <a:xfrm>
                  <a:off x="9038137" y="-5239314"/>
                  <a:ext cx="1631705" cy="1728487"/>
                  <a:chOff x="9038137" y="-5239314"/>
                  <a:chExt cx="1631705" cy="1728487"/>
                </a:xfrm>
              </p:grpSpPr>
              <p:sp>
                <p:nvSpPr>
                  <p:cNvPr id="33" name="Freeform 33"/>
                  <p:cNvSpPr/>
                  <p:nvPr/>
                </p:nvSpPr>
                <p:spPr>
                  <a:xfrm>
                    <a:off x="9099422" y="-5217209"/>
                    <a:ext cx="753808" cy="39206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53808" h="392067">
                        <a:moveTo>
                          <a:pt x="0" y="37426"/>
                        </a:moveTo>
                        <a:cubicBezTo>
                          <a:pt x="0" y="37426"/>
                          <a:pt x="114776" y="436142"/>
                          <a:pt x="753808" y="388041"/>
                        </a:cubicBezTo>
                        <a:cubicBezTo>
                          <a:pt x="753808" y="387946"/>
                          <a:pt x="700088" y="-143073"/>
                          <a:pt x="0" y="37426"/>
                        </a:cubicBezTo>
                        <a:close/>
                      </a:path>
                    </a:pathLst>
                  </a:custGeom>
                  <a:solidFill>
                    <a:srgbClr val="0C1A44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 fontScale="92500" lnSpcReduction="20000"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34" name="Freeform 34"/>
                  <p:cNvSpPr/>
                  <p:nvPr/>
                </p:nvSpPr>
                <p:spPr>
                  <a:xfrm>
                    <a:off x="9713403" y="-5239314"/>
                    <a:ext cx="152788" cy="5273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2788" h="527399">
                        <a:moveTo>
                          <a:pt x="0" y="0"/>
                        </a:moveTo>
                        <a:cubicBezTo>
                          <a:pt x="0" y="0"/>
                          <a:pt x="242126" y="154876"/>
                          <a:pt x="116777" y="527399"/>
                        </a:cubicBezTo>
                      </a:path>
                    </a:pathLst>
                  </a:custGeom>
                  <a:noFill/>
                  <a:ln w="19050" cap="rnd">
                    <a:solidFill>
                      <a:srgbClr val="2C0303"/>
                    </a:solidFill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35" name="Freeform 35"/>
                  <p:cNvSpPr/>
                  <p:nvPr/>
                </p:nvSpPr>
                <p:spPr>
                  <a:xfrm>
                    <a:off x="9038137" y="-4857608"/>
                    <a:ext cx="1631705" cy="13467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31705" h="1346781">
                        <a:moveTo>
                          <a:pt x="776994" y="138454"/>
                        </a:moveTo>
                        <a:cubicBezTo>
                          <a:pt x="776994" y="138454"/>
                          <a:pt x="29662" y="-226163"/>
                          <a:pt x="1278" y="410679"/>
                        </a:cubicBezTo>
                        <a:cubicBezTo>
                          <a:pt x="-27012" y="1047425"/>
                          <a:pt x="418854" y="1360512"/>
                          <a:pt x="899962" y="1346320"/>
                        </a:cubicBezTo>
                        <a:cubicBezTo>
                          <a:pt x="1381069" y="1332127"/>
                          <a:pt x="1858748" y="641089"/>
                          <a:pt x="1514610" y="173411"/>
                        </a:cubicBezTo>
                        <a:cubicBezTo>
                          <a:pt x="1243338" y="-195206"/>
                          <a:pt x="776994" y="138454"/>
                          <a:pt x="776994" y="138454"/>
                        </a:cubicBezTo>
                        <a:close/>
                      </a:path>
                    </a:pathLst>
                  </a:custGeom>
                  <a:solidFill>
                    <a:srgbClr val="FF5900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</p:grpSp>
            <p:sp>
              <p:nvSpPr>
                <p:cNvPr id="36" name="Freeform 36"/>
                <p:cNvSpPr/>
                <p:nvPr/>
              </p:nvSpPr>
              <p:spPr>
                <a:xfrm>
                  <a:off x="10044112" y="-4788306"/>
                  <a:ext cx="354711" cy="2089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4711" h="208978">
                      <a:moveTo>
                        <a:pt x="354711" y="104489"/>
                      </a:moveTo>
                      <a:cubicBezTo>
                        <a:pt x="354711" y="162197"/>
                        <a:pt x="275306" y="208979"/>
                        <a:pt x="177355" y="208979"/>
                      </a:cubicBezTo>
                      <a:cubicBezTo>
                        <a:pt x="79405" y="208979"/>
                        <a:pt x="0" y="162197"/>
                        <a:pt x="0" y="104489"/>
                      </a:cubicBezTo>
                      <a:cubicBezTo>
                        <a:pt x="0" y="46781"/>
                        <a:pt x="79405" y="0"/>
                        <a:pt x="177355" y="0"/>
                      </a:cubicBezTo>
                      <a:cubicBezTo>
                        <a:pt x="275306" y="0"/>
                        <a:pt x="354711" y="46781"/>
                        <a:pt x="354711" y="104489"/>
                      </a:cubicBezTo>
                      <a:close/>
                    </a:path>
                  </a:pathLst>
                </a:custGeom>
                <a:solidFill>
                  <a:srgbClr val="FF7402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 fontScale="32500" lnSpcReduction="20000"/>
                </a:bodyPr>
                <a:lstStyle/>
                <a:p>
                  <a:pPr marL="0" algn="l"/>
                  <a:endParaRPr/>
                </a:p>
              </p:txBody>
            </p:sp>
          </p:grpSp>
        </p:grpSp>
        <p:sp>
          <p:nvSpPr>
            <p:cNvPr id="37" name="Freeform 37"/>
            <p:cNvSpPr/>
            <p:nvPr/>
          </p:nvSpPr>
          <p:spPr>
            <a:xfrm>
              <a:off x="7813458" y="3255479"/>
              <a:ext cx="959725" cy="960911"/>
            </a:xfrm>
            <a:custGeom>
              <a:avLst/>
              <a:gdLst/>
              <a:ahLst/>
              <a:cxnLst/>
              <a:rect l="l" t="t" r="r" b="b"/>
              <a:pathLst>
                <a:path w="959725" h="960911">
                  <a:moveTo>
                    <a:pt x="705225" y="36475"/>
                  </a:moveTo>
                  <a:lnTo>
                    <a:pt x="702939" y="312319"/>
                  </a:lnTo>
                  <a:cubicBezTo>
                    <a:pt x="702843" y="324225"/>
                    <a:pt x="708558" y="335369"/>
                    <a:pt x="718369" y="342227"/>
                  </a:cubicBezTo>
                  <a:lnTo>
                    <a:pt x="944302" y="500533"/>
                  </a:lnTo>
                  <a:cubicBezTo>
                    <a:pt x="968877" y="517678"/>
                    <a:pt x="962971" y="555587"/>
                    <a:pt x="934491" y="564636"/>
                  </a:cubicBezTo>
                  <a:lnTo>
                    <a:pt x="671411" y="647694"/>
                  </a:lnTo>
                  <a:cubicBezTo>
                    <a:pt x="660076" y="651314"/>
                    <a:pt x="651218" y="660172"/>
                    <a:pt x="647694" y="671602"/>
                  </a:cubicBezTo>
                  <a:lnTo>
                    <a:pt x="567017" y="935349"/>
                  </a:lnTo>
                  <a:cubicBezTo>
                    <a:pt x="558254" y="964019"/>
                    <a:pt x="520440" y="970115"/>
                    <a:pt x="503009" y="945732"/>
                  </a:cubicBezTo>
                  <a:lnTo>
                    <a:pt x="342703" y="721227"/>
                  </a:lnTo>
                  <a:cubicBezTo>
                    <a:pt x="335750" y="711512"/>
                    <a:pt x="324510" y="705892"/>
                    <a:pt x="312699" y="706082"/>
                  </a:cubicBezTo>
                  <a:lnTo>
                    <a:pt x="36855" y="710845"/>
                  </a:lnTo>
                  <a:cubicBezTo>
                    <a:pt x="6947" y="711321"/>
                    <a:pt x="-10674" y="677317"/>
                    <a:pt x="7137" y="653219"/>
                  </a:cubicBezTo>
                  <a:lnTo>
                    <a:pt x="171158" y="431381"/>
                  </a:lnTo>
                  <a:cubicBezTo>
                    <a:pt x="178206" y="421856"/>
                    <a:pt x="180111" y="409379"/>
                    <a:pt x="176301" y="398139"/>
                  </a:cubicBezTo>
                  <a:lnTo>
                    <a:pt x="86576" y="137249"/>
                  </a:lnTo>
                  <a:cubicBezTo>
                    <a:pt x="76860" y="108960"/>
                    <a:pt x="103816" y="81719"/>
                    <a:pt x="132201" y="91244"/>
                  </a:cubicBezTo>
                  <a:lnTo>
                    <a:pt x="393852" y="178683"/>
                  </a:lnTo>
                  <a:cubicBezTo>
                    <a:pt x="405092" y="182493"/>
                    <a:pt x="417570" y="180398"/>
                    <a:pt x="427095" y="173254"/>
                  </a:cubicBezTo>
                  <a:lnTo>
                    <a:pt x="647408" y="7328"/>
                  </a:lnTo>
                  <a:cubicBezTo>
                    <a:pt x="671316" y="-10674"/>
                    <a:pt x="705510" y="6566"/>
                    <a:pt x="705225" y="36475"/>
                  </a:cubicBez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38" name="Freeform 38"/>
            <p:cNvSpPr/>
            <p:nvPr/>
          </p:nvSpPr>
          <p:spPr>
            <a:xfrm>
              <a:off x="9462589" y="461102"/>
              <a:ext cx="494489" cy="1314545"/>
            </a:xfrm>
            <a:custGeom>
              <a:avLst/>
              <a:gdLst/>
              <a:ahLst/>
              <a:cxnLst/>
              <a:rect l="l" t="t" r="r" b="b"/>
              <a:pathLst>
                <a:path w="494489" h="1314545">
                  <a:moveTo>
                    <a:pt x="217091" y="0"/>
                  </a:moveTo>
                  <a:cubicBezTo>
                    <a:pt x="733537" y="224599"/>
                    <a:pt x="425308" y="828104"/>
                    <a:pt x="126127" y="859917"/>
                  </a:cubicBezTo>
                  <a:cubicBezTo>
                    <a:pt x="-173053" y="891730"/>
                    <a:pt x="128128" y="444151"/>
                    <a:pt x="327677" y="856679"/>
                  </a:cubicBezTo>
                  <a:cubicBezTo>
                    <a:pt x="449406" y="1108234"/>
                    <a:pt x="254239" y="1314545"/>
                    <a:pt x="254239" y="1314545"/>
                  </a:cubicBezTo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39" name="Freeform 39"/>
            <p:cNvSpPr/>
            <p:nvPr/>
          </p:nvSpPr>
          <p:spPr>
            <a:xfrm>
              <a:off x="1845906" y="782715"/>
              <a:ext cx="917878" cy="566356"/>
            </a:xfrm>
            <a:custGeom>
              <a:avLst/>
              <a:gdLst/>
              <a:ahLst/>
              <a:cxnLst/>
              <a:rect l="l" t="t" r="r" b="b"/>
              <a:pathLst>
                <a:path w="917878" h="566356">
                  <a:moveTo>
                    <a:pt x="0" y="566357"/>
                  </a:moveTo>
                  <a:cubicBezTo>
                    <a:pt x="6191" y="547878"/>
                    <a:pt x="116967" y="0"/>
                    <a:pt x="560165" y="0"/>
                  </a:cubicBezTo>
                  <a:cubicBezTo>
                    <a:pt x="1003363" y="0"/>
                    <a:pt x="966502" y="369380"/>
                    <a:pt x="812578" y="320135"/>
                  </a:cubicBezTo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grpSp>
          <p:nvGrpSpPr>
            <p:cNvPr id="40" name="Group 40"/>
            <p:cNvGrpSpPr/>
            <p:nvPr/>
          </p:nvGrpSpPr>
          <p:grpSpPr>
            <a:xfrm>
              <a:off x="1" y="1063960"/>
              <a:ext cx="5259062" cy="5794611"/>
              <a:chOff x="0" y="257633"/>
              <a:chExt cx="5990867" cy="6600938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575595" y="257633"/>
                <a:ext cx="2406205" cy="2236469"/>
              </a:xfrm>
              <a:custGeom>
                <a:avLst/>
                <a:gdLst/>
                <a:ahLst/>
                <a:cxnLst/>
                <a:rect l="l" t="t" r="r" b="b"/>
                <a:pathLst>
                  <a:path w="2406205" h="2236470">
                    <a:moveTo>
                      <a:pt x="2406205" y="1118235"/>
                    </a:moveTo>
                    <a:cubicBezTo>
                      <a:pt x="2406205" y="1735819"/>
                      <a:pt x="1867558" y="2236470"/>
                      <a:pt x="1203103" y="2236470"/>
                    </a:cubicBezTo>
                    <a:cubicBezTo>
                      <a:pt x="538647" y="2236470"/>
                      <a:pt x="0" y="1735819"/>
                      <a:pt x="0" y="1118235"/>
                    </a:cubicBezTo>
                    <a:cubicBezTo>
                      <a:pt x="0" y="500651"/>
                      <a:pt x="538647" y="0"/>
                      <a:pt x="1203103" y="0"/>
                    </a:cubicBezTo>
                    <a:cubicBezTo>
                      <a:pt x="1867558" y="0"/>
                      <a:pt x="2406205" y="500651"/>
                      <a:pt x="2406205" y="1118235"/>
                    </a:cubicBezTo>
                    <a:close/>
                  </a:path>
                </a:pathLst>
              </a:custGeom>
              <a:solidFill>
                <a:srgbClr val="FFE592"/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grpSp>
            <p:nvGrpSpPr>
              <p:cNvPr id="42" name="Group 42"/>
              <p:cNvGrpSpPr/>
              <p:nvPr/>
            </p:nvGrpSpPr>
            <p:grpSpPr>
              <a:xfrm>
                <a:off x="377571" y="2105025"/>
                <a:ext cx="5613296" cy="4707350"/>
                <a:chOff x="377571" y="2105025"/>
                <a:chExt cx="5613296" cy="4707350"/>
              </a:xfrm>
              <a:solidFill>
                <a:srgbClr val="FFCB48"/>
              </a:solidFill>
            </p:grpSpPr>
            <p:sp>
              <p:nvSpPr>
                <p:cNvPr id="43" name="Freeform 43"/>
                <p:cNvSpPr/>
                <p:nvPr/>
              </p:nvSpPr>
              <p:spPr>
                <a:xfrm>
                  <a:off x="377571" y="2105025"/>
                  <a:ext cx="1482090" cy="13483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2090" h="1348359">
                      <a:moveTo>
                        <a:pt x="1482090" y="674180"/>
                      </a:moveTo>
                      <a:cubicBezTo>
                        <a:pt x="1482090" y="1046519"/>
                        <a:pt x="1150313" y="1348359"/>
                        <a:pt x="741045" y="1348359"/>
                      </a:cubicBezTo>
                      <a:cubicBezTo>
                        <a:pt x="331777" y="1348359"/>
                        <a:pt x="0" y="1046519"/>
                        <a:pt x="0" y="674180"/>
                      </a:cubicBezTo>
                      <a:cubicBezTo>
                        <a:pt x="0" y="301840"/>
                        <a:pt x="331777" y="0"/>
                        <a:pt x="741045" y="0"/>
                      </a:cubicBezTo>
                      <a:cubicBezTo>
                        <a:pt x="1150313" y="0"/>
                        <a:pt x="1482090" y="301840"/>
                        <a:pt x="1482090" y="674180"/>
                      </a:cubicBezTo>
                      <a:close/>
                    </a:path>
                  </a:pathLst>
                </a:custGeom>
                <a:solidFill>
                  <a:srgbClr val="FFCB48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44" name="Freeform 44"/>
                <p:cNvSpPr/>
                <p:nvPr/>
              </p:nvSpPr>
              <p:spPr>
                <a:xfrm>
                  <a:off x="912399" y="3318031"/>
                  <a:ext cx="5078467" cy="34943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78467" h="3494343">
                      <a:moveTo>
                        <a:pt x="149447" y="8193"/>
                      </a:moveTo>
                      <a:cubicBezTo>
                        <a:pt x="149447" y="52294"/>
                        <a:pt x="595503" y="635415"/>
                        <a:pt x="1153001" y="272988"/>
                      </a:cubicBezTo>
                      <a:cubicBezTo>
                        <a:pt x="1710500" y="-89438"/>
                        <a:pt x="2379535" y="-173067"/>
                        <a:pt x="2421350" y="537783"/>
                      </a:cubicBezTo>
                      <a:cubicBezTo>
                        <a:pt x="2463165" y="1248634"/>
                        <a:pt x="2783777" y="1429799"/>
                        <a:pt x="2895219" y="1151003"/>
                      </a:cubicBezTo>
                      <a:cubicBezTo>
                        <a:pt x="3006757" y="872206"/>
                        <a:pt x="3427667" y="861824"/>
                        <a:pt x="3433572" y="1165957"/>
                      </a:cubicBezTo>
                      <a:cubicBezTo>
                        <a:pt x="3439382" y="1470090"/>
                        <a:pt x="3221927" y="1956341"/>
                        <a:pt x="3646265" y="1978725"/>
                      </a:cubicBezTo>
                      <a:cubicBezTo>
                        <a:pt x="4070509" y="2001014"/>
                        <a:pt x="4271486" y="1606583"/>
                        <a:pt x="4532090" y="1904335"/>
                      </a:cubicBezTo>
                      <a:cubicBezTo>
                        <a:pt x="4792599" y="2202087"/>
                        <a:pt x="4152424" y="2015968"/>
                        <a:pt x="4293870" y="2388205"/>
                      </a:cubicBezTo>
                      <a:cubicBezTo>
                        <a:pt x="4435317" y="2760347"/>
                        <a:pt x="4577429" y="2850739"/>
                        <a:pt x="4853274" y="2988661"/>
                      </a:cubicBezTo>
                      <a:cubicBezTo>
                        <a:pt x="5129118" y="3126583"/>
                        <a:pt x="5073968" y="3494343"/>
                        <a:pt x="5073968" y="3494343"/>
                      </a:cubicBezTo>
                      <a:lnTo>
                        <a:pt x="0" y="3494343"/>
                      </a:lnTo>
                      <a:cubicBezTo>
                        <a:pt x="0" y="3494343"/>
                        <a:pt x="149447" y="-19334"/>
                        <a:pt x="149447" y="8193"/>
                      </a:cubicBezTo>
                      <a:close/>
                    </a:path>
                  </a:pathLst>
                </a:custGeom>
                <a:solidFill>
                  <a:srgbClr val="FFCB48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45" name="Freeform 45"/>
                <p:cNvSpPr/>
                <p:nvPr/>
              </p:nvSpPr>
              <p:spPr>
                <a:xfrm>
                  <a:off x="5342477" y="4379976"/>
                  <a:ext cx="300799" cy="3190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799" h="319087">
                      <a:moveTo>
                        <a:pt x="300799" y="159544"/>
                      </a:moveTo>
                      <a:cubicBezTo>
                        <a:pt x="300799" y="247657"/>
                        <a:pt x="233463" y="319087"/>
                        <a:pt x="150400" y="319087"/>
                      </a:cubicBezTo>
                      <a:cubicBezTo>
                        <a:pt x="67336" y="319087"/>
                        <a:pt x="0" y="247657"/>
                        <a:pt x="0" y="159544"/>
                      </a:cubicBezTo>
                      <a:cubicBezTo>
                        <a:pt x="0" y="71430"/>
                        <a:pt x="67336" y="0"/>
                        <a:pt x="150400" y="0"/>
                      </a:cubicBezTo>
                      <a:cubicBezTo>
                        <a:pt x="233463" y="0"/>
                        <a:pt x="300799" y="71430"/>
                        <a:pt x="300799" y="159544"/>
                      </a:cubicBezTo>
                      <a:close/>
                    </a:path>
                  </a:pathLst>
                </a:custGeom>
                <a:solidFill>
                  <a:srgbClr val="FFCB48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 fontScale="85000" lnSpcReduction="20000"/>
                </a:bodyPr>
                <a:lstStyle/>
                <a:p>
                  <a:pPr marL="0" algn="l"/>
                  <a:endParaRPr/>
                </a:p>
              </p:txBody>
            </p:sp>
          </p:grpSp>
          <p:grpSp>
            <p:nvGrpSpPr>
              <p:cNvPr id="46" name="Group 46"/>
              <p:cNvGrpSpPr/>
              <p:nvPr/>
            </p:nvGrpSpPr>
            <p:grpSpPr>
              <a:xfrm>
                <a:off x="2435076" y="5916549"/>
                <a:ext cx="3350122" cy="927068"/>
                <a:chOff x="2435076" y="5916549"/>
                <a:chExt cx="3350122" cy="927068"/>
              </a:xfrm>
            </p:grpSpPr>
            <p:grpSp>
              <p:nvGrpSpPr>
                <p:cNvPr id="47" name="Group 47"/>
                <p:cNvGrpSpPr/>
                <p:nvPr/>
              </p:nvGrpSpPr>
              <p:grpSpPr>
                <a:xfrm>
                  <a:off x="2435076" y="5916549"/>
                  <a:ext cx="3350122" cy="927068"/>
                  <a:chOff x="2435076" y="5916549"/>
                  <a:chExt cx="3350122" cy="927068"/>
                </a:xfrm>
              </p:grpSpPr>
              <p:sp>
                <p:nvSpPr>
                  <p:cNvPr id="48" name="Freeform 48"/>
                  <p:cNvSpPr/>
                  <p:nvPr/>
                </p:nvSpPr>
                <p:spPr>
                  <a:xfrm>
                    <a:off x="2435076" y="5916549"/>
                    <a:ext cx="3350122" cy="9270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50122" h="927068">
                        <a:moveTo>
                          <a:pt x="3350122" y="866585"/>
                        </a:moveTo>
                        <a:cubicBezTo>
                          <a:pt x="3350122" y="883253"/>
                          <a:pt x="3343265" y="898398"/>
                          <a:pt x="3332406" y="909352"/>
                        </a:cubicBezTo>
                        <a:cubicBezTo>
                          <a:pt x="3321357" y="920210"/>
                          <a:pt x="3306308" y="927068"/>
                          <a:pt x="3289639" y="927068"/>
                        </a:cubicBezTo>
                        <a:lnTo>
                          <a:pt x="191728" y="927068"/>
                        </a:lnTo>
                        <a:cubicBezTo>
                          <a:pt x="-239660" y="418529"/>
                          <a:pt x="191728" y="0"/>
                          <a:pt x="191728" y="0"/>
                        </a:cubicBezTo>
                        <a:lnTo>
                          <a:pt x="3289544" y="0"/>
                        </a:lnTo>
                        <a:cubicBezTo>
                          <a:pt x="3322881" y="0"/>
                          <a:pt x="3350122" y="27146"/>
                          <a:pt x="3350122" y="60579"/>
                        </a:cubicBezTo>
                        <a:cubicBezTo>
                          <a:pt x="3350122" y="77248"/>
                          <a:pt x="3343265" y="92488"/>
                          <a:pt x="3332406" y="103346"/>
                        </a:cubicBezTo>
                        <a:cubicBezTo>
                          <a:pt x="3321357" y="114205"/>
                          <a:pt x="3306308" y="121063"/>
                          <a:pt x="3289639" y="121063"/>
                        </a:cubicBezTo>
                        <a:lnTo>
                          <a:pt x="246592" y="121063"/>
                        </a:lnTo>
                        <a:cubicBezTo>
                          <a:pt x="216302" y="159829"/>
                          <a:pt x="169630" y="228981"/>
                          <a:pt x="142769" y="317945"/>
                        </a:cubicBezTo>
                        <a:cubicBezTo>
                          <a:pt x="93239" y="481394"/>
                          <a:pt x="129244" y="645414"/>
                          <a:pt x="249926" y="806005"/>
                        </a:cubicBezTo>
                        <a:lnTo>
                          <a:pt x="3289639" y="806005"/>
                        </a:lnTo>
                        <a:cubicBezTo>
                          <a:pt x="3322976" y="806005"/>
                          <a:pt x="3350122" y="833056"/>
                          <a:pt x="3350122" y="866585"/>
                        </a:cubicBezTo>
                        <a:close/>
                      </a:path>
                    </a:pathLst>
                  </a:custGeom>
                  <a:solidFill>
                    <a:srgbClr val="FF8886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49" name="Freeform 49"/>
                  <p:cNvSpPr/>
                  <p:nvPr/>
                </p:nvSpPr>
                <p:spPr>
                  <a:xfrm>
                    <a:off x="2556331" y="6037707"/>
                    <a:ext cx="3049226" cy="6848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49226" h="684847">
                        <a:moveTo>
                          <a:pt x="3049226" y="0"/>
                        </a:moveTo>
                        <a:lnTo>
                          <a:pt x="3049226" y="684847"/>
                        </a:lnTo>
                        <a:lnTo>
                          <a:pt x="128671" y="684847"/>
                        </a:lnTo>
                        <a:cubicBezTo>
                          <a:pt x="8084" y="524256"/>
                          <a:pt x="-28015" y="360331"/>
                          <a:pt x="21515" y="196882"/>
                        </a:cubicBezTo>
                        <a:cubicBezTo>
                          <a:pt x="48470" y="108013"/>
                          <a:pt x="94952" y="38767"/>
                          <a:pt x="125432" y="95"/>
                        </a:cubicBezTo>
                        <a:lnTo>
                          <a:pt x="3049226" y="95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</p:grpSp>
            <p:sp>
              <p:nvSpPr>
                <p:cNvPr id="50" name="Freeform 50"/>
                <p:cNvSpPr/>
                <p:nvPr/>
              </p:nvSpPr>
              <p:spPr>
                <a:xfrm>
                  <a:off x="3237166" y="6248209"/>
                  <a:ext cx="2121979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979" h="9525">
                      <a:moveTo>
                        <a:pt x="2121980" y="0"/>
                      </a:moveTo>
                      <a:lnTo>
                        <a:pt x="0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51" name="Freeform 51"/>
                <p:cNvSpPr/>
                <p:nvPr/>
              </p:nvSpPr>
              <p:spPr>
                <a:xfrm>
                  <a:off x="3990117" y="6372987"/>
                  <a:ext cx="1357026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57026" h="9525">
                      <a:moveTo>
                        <a:pt x="0" y="0"/>
                      </a:moveTo>
                      <a:lnTo>
                        <a:pt x="1357027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52" name="Freeform 52"/>
                <p:cNvSpPr/>
                <p:nvPr/>
              </p:nvSpPr>
              <p:spPr>
                <a:xfrm>
                  <a:off x="2849975" y="6592443"/>
                  <a:ext cx="263480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34805" h="9525">
                      <a:moveTo>
                        <a:pt x="2634806" y="0"/>
                      </a:moveTo>
                      <a:lnTo>
                        <a:pt x="0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53" name="Freeform 53"/>
                <p:cNvSpPr/>
                <p:nvPr/>
              </p:nvSpPr>
              <p:spPr>
                <a:xfrm>
                  <a:off x="3217735" y="6237065"/>
                  <a:ext cx="328041" cy="2558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8041" h="255841">
                      <a:moveTo>
                        <a:pt x="328041" y="255842"/>
                      </a:moveTo>
                      <a:lnTo>
                        <a:pt x="194405" y="190119"/>
                      </a:lnTo>
                      <a:lnTo>
                        <a:pt x="94964" y="255842"/>
                      </a:lnTo>
                      <a:lnTo>
                        <a:pt x="0" y="0"/>
                      </a:lnTo>
                      <a:lnTo>
                        <a:pt x="233077" y="0"/>
                      </a:lnTo>
                      <a:close/>
                    </a:path>
                  </a:pathLst>
                </a:custGeom>
                <a:solidFill>
                  <a:srgbClr val="0C1A44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 fontScale="55000" lnSpcReduction="20000"/>
                </a:bodyPr>
                <a:lstStyle/>
                <a:p>
                  <a:pPr marL="0" algn="l"/>
                  <a:endParaRPr/>
                </a:p>
              </p:txBody>
            </p:sp>
          </p:grpSp>
          <p:grpSp>
            <p:nvGrpSpPr>
              <p:cNvPr id="54" name="Group 54"/>
              <p:cNvGrpSpPr/>
              <p:nvPr/>
            </p:nvGrpSpPr>
            <p:grpSpPr>
              <a:xfrm>
                <a:off x="2624020" y="4861325"/>
                <a:ext cx="2975250" cy="1038848"/>
                <a:chOff x="2624020" y="4861325"/>
                <a:chExt cx="2975250" cy="1038848"/>
              </a:xfrm>
            </p:grpSpPr>
            <p:sp>
              <p:nvSpPr>
                <p:cNvPr id="55" name="Freeform 55"/>
                <p:cNvSpPr/>
                <p:nvPr/>
              </p:nvSpPr>
              <p:spPr>
                <a:xfrm rot="-4846898">
                  <a:off x="2624020" y="4861325"/>
                  <a:ext cx="1038621" cy="1038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8621" h="1038621">
                      <a:moveTo>
                        <a:pt x="1038622" y="519311"/>
                      </a:moveTo>
                      <a:cubicBezTo>
                        <a:pt x="1038622" y="806119"/>
                        <a:pt x="806118" y="1038622"/>
                        <a:pt x="519311" y="1038622"/>
                      </a:cubicBezTo>
                      <a:cubicBezTo>
                        <a:pt x="232503" y="1038622"/>
                        <a:pt x="0" y="806119"/>
                        <a:pt x="0" y="519311"/>
                      </a:cubicBezTo>
                      <a:cubicBezTo>
                        <a:pt x="0" y="232504"/>
                        <a:pt x="232503" y="0"/>
                        <a:pt x="519311" y="0"/>
                      </a:cubicBezTo>
                      <a:cubicBezTo>
                        <a:pt x="806118" y="0"/>
                        <a:pt x="1038622" y="232504"/>
                        <a:pt x="1038622" y="519311"/>
                      </a:cubicBezTo>
                      <a:close/>
                    </a:path>
                  </a:pathLst>
                </a:custGeom>
                <a:noFill/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56" name="Freeform 56"/>
                <p:cNvSpPr/>
                <p:nvPr/>
              </p:nvSpPr>
              <p:spPr>
                <a:xfrm rot="-4644133">
                  <a:off x="3938815" y="4861594"/>
                  <a:ext cx="1038579" cy="10385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8579" h="1038579">
                      <a:moveTo>
                        <a:pt x="1038579" y="519290"/>
                      </a:moveTo>
                      <a:cubicBezTo>
                        <a:pt x="1038579" y="806086"/>
                        <a:pt x="806085" y="1038579"/>
                        <a:pt x="519290" y="1038579"/>
                      </a:cubicBezTo>
                      <a:cubicBezTo>
                        <a:pt x="232494" y="1038579"/>
                        <a:pt x="0" y="806086"/>
                        <a:pt x="0" y="519290"/>
                      </a:cubicBezTo>
                      <a:cubicBezTo>
                        <a:pt x="0" y="232494"/>
                        <a:pt x="232494" y="0"/>
                        <a:pt x="519290" y="0"/>
                      </a:cubicBezTo>
                      <a:cubicBezTo>
                        <a:pt x="806085" y="0"/>
                        <a:pt x="1038579" y="232494"/>
                        <a:pt x="1038579" y="519290"/>
                      </a:cubicBezTo>
                      <a:close/>
                    </a:path>
                  </a:pathLst>
                </a:custGeom>
                <a:noFill/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57" name="Freeform 57"/>
                <p:cNvSpPr/>
                <p:nvPr/>
              </p:nvSpPr>
              <p:spPr>
                <a:xfrm>
                  <a:off x="3662553" y="5380577"/>
                  <a:ext cx="27632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6320" h="9525">
                      <a:moveTo>
                        <a:pt x="0" y="0"/>
                      </a:moveTo>
                      <a:lnTo>
                        <a:pt x="276320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58" name="Freeform 58"/>
                <p:cNvSpPr/>
                <p:nvPr/>
              </p:nvSpPr>
              <p:spPr>
                <a:xfrm>
                  <a:off x="2625566" y="5423916"/>
                  <a:ext cx="1784413" cy="476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4413" h="476059">
                      <a:moveTo>
                        <a:pt x="0" y="0"/>
                      </a:moveTo>
                      <a:lnTo>
                        <a:pt x="1667161" y="94964"/>
                      </a:lnTo>
                      <a:cubicBezTo>
                        <a:pt x="1732979" y="98679"/>
                        <a:pt x="1784414" y="153162"/>
                        <a:pt x="1784414" y="219170"/>
                      </a:cubicBezTo>
                      <a:lnTo>
                        <a:pt x="1784414" y="476060"/>
                      </a:lnTo>
                    </a:path>
                  </a:pathLst>
                </a:custGeom>
                <a:noFill/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59" name="Freeform 59"/>
                <p:cNvSpPr/>
                <p:nvPr/>
              </p:nvSpPr>
              <p:spPr>
                <a:xfrm>
                  <a:off x="4980432" y="5469159"/>
                  <a:ext cx="618838" cy="4307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8838" h="430720">
                      <a:moveTo>
                        <a:pt x="0" y="0"/>
                      </a:moveTo>
                      <a:lnTo>
                        <a:pt x="501586" y="49625"/>
                      </a:lnTo>
                      <a:cubicBezTo>
                        <a:pt x="567404" y="53340"/>
                        <a:pt x="618839" y="107823"/>
                        <a:pt x="618839" y="173831"/>
                      </a:cubicBezTo>
                      <a:lnTo>
                        <a:pt x="618839" y="430721"/>
                      </a:lnTo>
                    </a:path>
                  </a:pathLst>
                </a:custGeom>
                <a:noFill/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</p:grpSp>
          <p:grpSp>
            <p:nvGrpSpPr>
              <p:cNvPr id="60" name="Group 60"/>
              <p:cNvGrpSpPr/>
              <p:nvPr/>
            </p:nvGrpSpPr>
            <p:grpSpPr>
              <a:xfrm>
                <a:off x="1593913" y="3974306"/>
                <a:ext cx="625887" cy="2884265"/>
                <a:chOff x="1593913" y="3974306"/>
                <a:chExt cx="625887" cy="2884265"/>
              </a:xfrm>
            </p:grpSpPr>
            <p:sp>
              <p:nvSpPr>
                <p:cNvPr id="61" name="Freeform 61"/>
                <p:cNvSpPr/>
                <p:nvPr/>
              </p:nvSpPr>
              <p:spPr>
                <a:xfrm>
                  <a:off x="1593913" y="3974306"/>
                  <a:ext cx="625887" cy="28842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5887" h="2884265">
                      <a:moveTo>
                        <a:pt x="0" y="0"/>
                      </a:moveTo>
                      <a:lnTo>
                        <a:pt x="625888" y="0"/>
                      </a:lnTo>
                      <a:lnTo>
                        <a:pt x="625888" y="2884265"/>
                      </a:lnTo>
                      <a:lnTo>
                        <a:pt x="0" y="2884265"/>
                      </a:lnTo>
                      <a:close/>
                    </a:path>
                  </a:pathLst>
                </a:custGeom>
                <a:solidFill>
                  <a:srgbClr val="FF5900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62" name="Freeform 62"/>
                <p:cNvSpPr/>
                <p:nvPr/>
              </p:nvSpPr>
              <p:spPr>
                <a:xfrm>
                  <a:off x="1778698" y="4233672"/>
                  <a:ext cx="214693" cy="24127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693" h="2412777">
                      <a:moveTo>
                        <a:pt x="0" y="0"/>
                      </a:moveTo>
                      <a:lnTo>
                        <a:pt x="214693" y="0"/>
                      </a:lnTo>
                      <a:lnTo>
                        <a:pt x="214693" y="2412778"/>
                      </a:lnTo>
                      <a:lnTo>
                        <a:pt x="0" y="2412778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</p:grpSp>
          <p:grpSp>
            <p:nvGrpSpPr>
              <p:cNvPr id="63" name="Group 63"/>
              <p:cNvGrpSpPr/>
              <p:nvPr/>
            </p:nvGrpSpPr>
            <p:grpSpPr>
              <a:xfrm>
                <a:off x="0" y="3109817"/>
                <a:ext cx="625792" cy="3748754"/>
                <a:chOff x="0" y="3109817"/>
                <a:chExt cx="625792" cy="3748754"/>
              </a:xfrm>
            </p:grpSpPr>
            <p:sp>
              <p:nvSpPr>
                <p:cNvPr id="64" name="Freeform 64"/>
                <p:cNvSpPr/>
                <p:nvPr/>
              </p:nvSpPr>
              <p:spPr>
                <a:xfrm>
                  <a:off x="0" y="3109817"/>
                  <a:ext cx="625792" cy="37487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5792" h="3748754">
                      <a:moveTo>
                        <a:pt x="0" y="0"/>
                      </a:moveTo>
                      <a:lnTo>
                        <a:pt x="625793" y="0"/>
                      </a:lnTo>
                      <a:lnTo>
                        <a:pt x="625793" y="3748754"/>
                      </a:lnTo>
                      <a:lnTo>
                        <a:pt x="0" y="3748754"/>
                      </a:lnTo>
                      <a:close/>
                    </a:path>
                  </a:pathLst>
                </a:custGeom>
                <a:solidFill>
                  <a:srgbClr val="FF8886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grpSp>
              <p:nvGrpSpPr>
                <p:cNvPr id="65" name="Group 65"/>
                <p:cNvGrpSpPr/>
                <p:nvPr/>
              </p:nvGrpSpPr>
              <p:grpSpPr>
                <a:xfrm>
                  <a:off x="0" y="3306413"/>
                  <a:ext cx="625792" cy="283083"/>
                  <a:chOff x="0" y="3306413"/>
                  <a:chExt cx="625792" cy="283083"/>
                </a:xfrm>
                <a:solidFill>
                  <a:srgbClr val="FFFFFF"/>
                </a:solidFill>
              </p:grpSpPr>
              <p:sp>
                <p:nvSpPr>
                  <p:cNvPr id="66" name="Freeform 66"/>
                  <p:cNvSpPr/>
                  <p:nvPr/>
                </p:nvSpPr>
                <p:spPr>
                  <a:xfrm>
                    <a:off x="0" y="3306413"/>
                    <a:ext cx="625792" cy="1100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5792" h="110013">
                        <a:moveTo>
                          <a:pt x="0" y="0"/>
                        </a:moveTo>
                        <a:lnTo>
                          <a:pt x="625793" y="0"/>
                        </a:lnTo>
                        <a:lnTo>
                          <a:pt x="625793" y="110014"/>
                        </a:lnTo>
                        <a:lnTo>
                          <a:pt x="0" y="11001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 fontScale="25000" lnSpcReduction="20000"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67" name="Freeform 67"/>
                  <p:cNvSpPr/>
                  <p:nvPr/>
                </p:nvSpPr>
                <p:spPr>
                  <a:xfrm>
                    <a:off x="0" y="3479482"/>
                    <a:ext cx="625792" cy="1100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5792" h="110013">
                        <a:moveTo>
                          <a:pt x="0" y="0"/>
                        </a:moveTo>
                        <a:lnTo>
                          <a:pt x="625793" y="0"/>
                        </a:lnTo>
                        <a:lnTo>
                          <a:pt x="625793" y="110014"/>
                        </a:lnTo>
                        <a:lnTo>
                          <a:pt x="0" y="11001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 fontScale="25000" lnSpcReduction="20000"/>
                  </a:bodyPr>
                  <a:lstStyle/>
                  <a:p>
                    <a:pPr marL="0" algn="l"/>
                    <a:endParaRPr/>
                  </a:p>
                </p:txBody>
              </p:sp>
            </p:grpSp>
            <p:grpSp>
              <p:nvGrpSpPr>
                <p:cNvPr id="68" name="Group 68"/>
                <p:cNvGrpSpPr/>
                <p:nvPr/>
              </p:nvGrpSpPr>
              <p:grpSpPr>
                <a:xfrm>
                  <a:off x="0" y="6376130"/>
                  <a:ext cx="625792" cy="283178"/>
                  <a:chOff x="0" y="6376130"/>
                  <a:chExt cx="625792" cy="283178"/>
                </a:xfrm>
                <a:solidFill>
                  <a:srgbClr val="FFFFFF"/>
                </a:solidFill>
              </p:grpSpPr>
              <p:sp>
                <p:nvSpPr>
                  <p:cNvPr id="69" name="Freeform 69"/>
                  <p:cNvSpPr/>
                  <p:nvPr/>
                </p:nvSpPr>
                <p:spPr>
                  <a:xfrm>
                    <a:off x="0" y="6376130"/>
                    <a:ext cx="625792" cy="1100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5792" h="110013">
                        <a:moveTo>
                          <a:pt x="0" y="0"/>
                        </a:moveTo>
                        <a:lnTo>
                          <a:pt x="625793" y="0"/>
                        </a:lnTo>
                        <a:lnTo>
                          <a:pt x="625793" y="110014"/>
                        </a:lnTo>
                        <a:lnTo>
                          <a:pt x="0" y="11001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 fontScale="25000" lnSpcReduction="20000"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70" name="Freeform 70"/>
                  <p:cNvSpPr/>
                  <p:nvPr/>
                </p:nvSpPr>
                <p:spPr>
                  <a:xfrm>
                    <a:off x="0" y="6549294"/>
                    <a:ext cx="625792" cy="1100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5792" h="110013">
                        <a:moveTo>
                          <a:pt x="0" y="0"/>
                        </a:moveTo>
                        <a:lnTo>
                          <a:pt x="625793" y="0"/>
                        </a:lnTo>
                        <a:lnTo>
                          <a:pt x="625793" y="110014"/>
                        </a:lnTo>
                        <a:lnTo>
                          <a:pt x="0" y="11001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 fontScale="25000" lnSpcReduction="20000"/>
                  </a:bodyPr>
                  <a:lstStyle/>
                  <a:p>
                    <a:pPr marL="0" algn="l"/>
                    <a:endParaRPr/>
                  </a:p>
                </p:txBody>
              </p:sp>
            </p:grpSp>
            <p:sp>
              <p:nvSpPr>
                <p:cNvPr id="71" name="Freeform 71"/>
                <p:cNvSpPr/>
                <p:nvPr/>
              </p:nvSpPr>
              <p:spPr>
                <a:xfrm>
                  <a:off x="301847" y="3864483"/>
                  <a:ext cx="25812" cy="21809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12" h="2180939">
                      <a:moveTo>
                        <a:pt x="0" y="0"/>
                      </a:moveTo>
                      <a:lnTo>
                        <a:pt x="25813" y="2180939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</p:grpSp>
          <p:grpSp>
            <p:nvGrpSpPr>
              <p:cNvPr id="72" name="Group 72"/>
              <p:cNvGrpSpPr/>
              <p:nvPr/>
            </p:nvGrpSpPr>
            <p:grpSpPr>
              <a:xfrm>
                <a:off x="592836" y="3114389"/>
                <a:ext cx="1004506" cy="3739229"/>
                <a:chOff x="592836" y="3114389"/>
                <a:chExt cx="1004506" cy="3739229"/>
              </a:xfrm>
            </p:grpSpPr>
            <p:sp>
              <p:nvSpPr>
                <p:cNvPr id="73" name="Freeform 73"/>
                <p:cNvSpPr/>
                <p:nvPr/>
              </p:nvSpPr>
              <p:spPr>
                <a:xfrm>
                  <a:off x="592836" y="3114389"/>
                  <a:ext cx="1004506" cy="37392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4506" h="3739229">
                      <a:moveTo>
                        <a:pt x="0" y="0"/>
                      </a:moveTo>
                      <a:lnTo>
                        <a:pt x="1004507" y="0"/>
                      </a:lnTo>
                      <a:lnTo>
                        <a:pt x="1004507" y="3739229"/>
                      </a:lnTo>
                      <a:lnTo>
                        <a:pt x="0" y="3739229"/>
                      </a:lnTo>
                      <a:close/>
                    </a:path>
                  </a:pathLst>
                </a:custGeom>
                <a:solidFill>
                  <a:srgbClr val="1B3276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74" name="Freeform 74"/>
                <p:cNvSpPr/>
                <p:nvPr/>
              </p:nvSpPr>
              <p:spPr>
                <a:xfrm>
                  <a:off x="974502" y="3673411"/>
                  <a:ext cx="206502" cy="26052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502" h="2605278">
                      <a:moveTo>
                        <a:pt x="0" y="0"/>
                      </a:moveTo>
                      <a:lnTo>
                        <a:pt x="206502" y="0"/>
                      </a:lnTo>
                      <a:lnTo>
                        <a:pt x="206502" y="2605278"/>
                      </a:lnTo>
                      <a:lnTo>
                        <a:pt x="0" y="260527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75" name="Freeform 75"/>
                <p:cNvSpPr/>
                <p:nvPr/>
              </p:nvSpPr>
              <p:spPr>
                <a:xfrm>
                  <a:off x="592836" y="3114389"/>
                  <a:ext cx="1004506" cy="4714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4506" h="471487">
                      <a:moveTo>
                        <a:pt x="0" y="0"/>
                      </a:moveTo>
                      <a:lnTo>
                        <a:pt x="1004507" y="0"/>
                      </a:lnTo>
                      <a:lnTo>
                        <a:pt x="1004507" y="471488"/>
                      </a:lnTo>
                      <a:lnTo>
                        <a:pt x="0" y="471488"/>
                      </a:lnTo>
                      <a:close/>
                    </a:path>
                  </a:pathLst>
                </a:custGeom>
                <a:solidFill>
                  <a:srgbClr val="284499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76" name="Freeform 76"/>
                <p:cNvSpPr/>
                <p:nvPr/>
              </p:nvSpPr>
              <p:spPr>
                <a:xfrm>
                  <a:off x="592836" y="6380130"/>
                  <a:ext cx="1004506" cy="4734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4506" h="473487">
                      <a:moveTo>
                        <a:pt x="0" y="0"/>
                      </a:moveTo>
                      <a:lnTo>
                        <a:pt x="1004507" y="0"/>
                      </a:lnTo>
                      <a:lnTo>
                        <a:pt x="1004507" y="473488"/>
                      </a:lnTo>
                      <a:lnTo>
                        <a:pt x="0" y="473488"/>
                      </a:lnTo>
                      <a:close/>
                    </a:path>
                  </a:pathLst>
                </a:custGeom>
                <a:solidFill>
                  <a:srgbClr val="284499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</p:grpSp>
          <p:grpSp>
            <p:nvGrpSpPr>
              <p:cNvPr id="77" name="Group 77"/>
              <p:cNvGrpSpPr/>
              <p:nvPr/>
            </p:nvGrpSpPr>
            <p:grpSpPr>
              <a:xfrm>
                <a:off x="2051994" y="2856190"/>
                <a:ext cx="3637121" cy="897445"/>
                <a:chOff x="2051994" y="2856190"/>
                <a:chExt cx="3637121" cy="897445"/>
              </a:xfrm>
              <a:solidFill>
                <a:srgbClr val="FFFFFF"/>
              </a:solidFill>
            </p:grpSpPr>
            <p:sp>
              <p:nvSpPr>
                <p:cNvPr id="78" name="Freeform 78"/>
                <p:cNvSpPr/>
                <p:nvPr/>
              </p:nvSpPr>
              <p:spPr>
                <a:xfrm>
                  <a:off x="2051994" y="2856190"/>
                  <a:ext cx="341233" cy="3412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1233" h="341233">
                      <a:moveTo>
                        <a:pt x="14073" y="189333"/>
                      </a:moveTo>
                      <a:cubicBezTo>
                        <a:pt x="95607" y="213241"/>
                        <a:pt x="127992" y="245626"/>
                        <a:pt x="151900" y="327160"/>
                      </a:cubicBezTo>
                      <a:cubicBezTo>
                        <a:pt x="157424" y="345924"/>
                        <a:pt x="183809" y="345924"/>
                        <a:pt x="189333" y="327160"/>
                      </a:cubicBezTo>
                      <a:cubicBezTo>
                        <a:pt x="213241" y="245626"/>
                        <a:pt x="245626" y="213241"/>
                        <a:pt x="327160" y="189333"/>
                      </a:cubicBezTo>
                      <a:cubicBezTo>
                        <a:pt x="345924" y="183809"/>
                        <a:pt x="345924" y="157424"/>
                        <a:pt x="327160" y="151900"/>
                      </a:cubicBezTo>
                      <a:cubicBezTo>
                        <a:pt x="245626" y="127992"/>
                        <a:pt x="213241" y="95607"/>
                        <a:pt x="189333" y="14073"/>
                      </a:cubicBezTo>
                      <a:cubicBezTo>
                        <a:pt x="183809" y="-4691"/>
                        <a:pt x="157424" y="-4691"/>
                        <a:pt x="151900" y="14073"/>
                      </a:cubicBezTo>
                      <a:cubicBezTo>
                        <a:pt x="127992" y="95607"/>
                        <a:pt x="95607" y="127992"/>
                        <a:pt x="14073" y="151900"/>
                      </a:cubicBezTo>
                      <a:cubicBezTo>
                        <a:pt x="-4691" y="157424"/>
                        <a:pt x="-4691" y="183809"/>
                        <a:pt x="14073" y="18933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 fontScale="92500" lnSpcReduction="20000"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79" name="Freeform 79"/>
                <p:cNvSpPr/>
                <p:nvPr/>
              </p:nvSpPr>
              <p:spPr>
                <a:xfrm>
                  <a:off x="5462087" y="3526607"/>
                  <a:ext cx="227028" cy="2270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7028" h="227028">
                      <a:moveTo>
                        <a:pt x="9358" y="125944"/>
                      </a:moveTo>
                      <a:cubicBezTo>
                        <a:pt x="63556" y="141851"/>
                        <a:pt x="85178" y="163378"/>
                        <a:pt x="101084" y="217670"/>
                      </a:cubicBezTo>
                      <a:cubicBezTo>
                        <a:pt x="104704" y="230148"/>
                        <a:pt x="122325" y="230148"/>
                        <a:pt x="125944" y="217670"/>
                      </a:cubicBezTo>
                      <a:cubicBezTo>
                        <a:pt x="141851" y="163473"/>
                        <a:pt x="163377" y="141851"/>
                        <a:pt x="217670" y="125944"/>
                      </a:cubicBezTo>
                      <a:cubicBezTo>
                        <a:pt x="230148" y="122325"/>
                        <a:pt x="230148" y="104704"/>
                        <a:pt x="217670" y="101084"/>
                      </a:cubicBezTo>
                      <a:cubicBezTo>
                        <a:pt x="163473" y="85177"/>
                        <a:pt x="141851" y="63651"/>
                        <a:pt x="125944" y="9358"/>
                      </a:cubicBezTo>
                      <a:cubicBezTo>
                        <a:pt x="122325" y="-3119"/>
                        <a:pt x="104704" y="-3119"/>
                        <a:pt x="101084" y="9358"/>
                      </a:cubicBezTo>
                      <a:cubicBezTo>
                        <a:pt x="85178" y="63556"/>
                        <a:pt x="63651" y="85177"/>
                        <a:pt x="9358" y="101084"/>
                      </a:cubicBezTo>
                      <a:cubicBezTo>
                        <a:pt x="-3119" y="104799"/>
                        <a:pt x="-3119" y="122325"/>
                        <a:pt x="9358" y="12594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 fontScale="40000" lnSpcReduction="20000"/>
                </a:bodyPr>
                <a:lstStyle/>
                <a:p>
                  <a:pPr marL="0" algn="l"/>
                  <a:endParaRPr/>
                </a:p>
              </p:txBody>
            </p:sp>
          </p:grpSp>
          <p:sp>
            <p:nvSpPr>
              <p:cNvPr id="80" name="Freeform 80"/>
              <p:cNvSpPr/>
              <p:nvPr/>
            </p:nvSpPr>
            <p:spPr>
              <a:xfrm>
                <a:off x="4192996" y="3254702"/>
                <a:ext cx="918219" cy="942076"/>
              </a:xfrm>
              <a:custGeom>
                <a:avLst/>
                <a:gdLst/>
                <a:ahLst/>
                <a:cxnLst/>
                <a:rect l="l" t="t" r="r" b="b"/>
                <a:pathLst>
                  <a:path w="918219" h="942076">
                    <a:moveTo>
                      <a:pt x="344713" y="8944"/>
                    </a:moveTo>
                    <a:lnTo>
                      <a:pt x="544834" y="187442"/>
                    </a:lnTo>
                    <a:cubicBezTo>
                      <a:pt x="553501" y="195157"/>
                      <a:pt x="565312" y="198110"/>
                      <a:pt x="576552" y="195348"/>
                    </a:cubicBezTo>
                    <a:lnTo>
                      <a:pt x="836965" y="131721"/>
                    </a:lnTo>
                    <a:cubicBezTo>
                      <a:pt x="865254" y="124768"/>
                      <a:pt x="889162" y="153343"/>
                      <a:pt x="877447" y="180013"/>
                    </a:cubicBezTo>
                    <a:lnTo>
                      <a:pt x="769528" y="425472"/>
                    </a:lnTo>
                    <a:cubicBezTo>
                      <a:pt x="764861" y="436044"/>
                      <a:pt x="765718" y="448236"/>
                      <a:pt x="771814" y="458047"/>
                    </a:cubicBezTo>
                    <a:lnTo>
                      <a:pt x="912879" y="686076"/>
                    </a:lnTo>
                    <a:cubicBezTo>
                      <a:pt x="928215" y="710841"/>
                      <a:pt x="908498" y="742369"/>
                      <a:pt x="879447" y="739511"/>
                    </a:cubicBezTo>
                    <a:lnTo>
                      <a:pt x="612652" y="712746"/>
                    </a:lnTo>
                    <a:cubicBezTo>
                      <a:pt x="601126" y="711603"/>
                      <a:pt x="589792" y="716175"/>
                      <a:pt x="582362" y="725033"/>
                    </a:cubicBezTo>
                    <a:lnTo>
                      <a:pt x="409102" y="929630"/>
                    </a:lnTo>
                    <a:cubicBezTo>
                      <a:pt x="390243" y="951823"/>
                      <a:pt x="354143" y="942870"/>
                      <a:pt x="347952" y="914390"/>
                    </a:cubicBezTo>
                    <a:lnTo>
                      <a:pt x="290992" y="652357"/>
                    </a:lnTo>
                    <a:cubicBezTo>
                      <a:pt x="288516" y="641023"/>
                      <a:pt x="280705" y="631688"/>
                      <a:pt x="269942" y="627307"/>
                    </a:cubicBezTo>
                    <a:lnTo>
                      <a:pt x="21816" y="525675"/>
                    </a:lnTo>
                    <a:cubicBezTo>
                      <a:pt x="-5140" y="514626"/>
                      <a:pt x="-7712" y="477478"/>
                      <a:pt x="17434" y="462810"/>
                    </a:cubicBezTo>
                    <a:lnTo>
                      <a:pt x="248987" y="327650"/>
                    </a:lnTo>
                    <a:cubicBezTo>
                      <a:pt x="258988" y="321840"/>
                      <a:pt x="265465" y="311457"/>
                      <a:pt x="266323" y="299932"/>
                    </a:cubicBezTo>
                    <a:lnTo>
                      <a:pt x="286230" y="32566"/>
                    </a:lnTo>
                    <a:cubicBezTo>
                      <a:pt x="288516" y="3514"/>
                      <a:pt x="322996" y="-10392"/>
                      <a:pt x="344713" y="8944"/>
                    </a:cubicBezTo>
                    <a:close/>
                  </a:path>
                </a:pathLst>
              </a:custGeom>
              <a:noFill/>
              <a:ln w="19050" cap="flat">
                <a:solidFill>
                  <a:srgbClr val="FFFFFF"/>
                </a:solidFill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81" name="Freeform 81"/>
              <p:cNvSpPr/>
              <p:nvPr/>
            </p:nvSpPr>
            <p:spPr>
              <a:xfrm>
                <a:off x="2573924" y="2400014"/>
                <a:ext cx="494489" cy="1314545"/>
              </a:xfrm>
              <a:custGeom>
                <a:avLst/>
                <a:gdLst/>
                <a:ahLst/>
                <a:cxnLst/>
                <a:rect l="l" t="t" r="r" b="b"/>
                <a:pathLst>
                  <a:path w="494489" h="1314545">
                    <a:moveTo>
                      <a:pt x="217091" y="0"/>
                    </a:moveTo>
                    <a:cubicBezTo>
                      <a:pt x="733537" y="224600"/>
                      <a:pt x="425308" y="828104"/>
                      <a:pt x="126128" y="859917"/>
                    </a:cubicBezTo>
                    <a:cubicBezTo>
                      <a:pt x="-173053" y="891731"/>
                      <a:pt x="128128" y="444151"/>
                      <a:pt x="327677" y="856679"/>
                    </a:cubicBezTo>
                    <a:cubicBezTo>
                      <a:pt x="449406" y="1108234"/>
                      <a:pt x="254239" y="1314545"/>
                      <a:pt x="254239" y="1314545"/>
                    </a:cubicBezTo>
                  </a:path>
                </a:pathLst>
              </a:custGeom>
              <a:noFill/>
              <a:ln w="19050" cap="flat">
                <a:solidFill>
                  <a:srgbClr val="FFFFFF"/>
                </a:solidFill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82" name="Freeform 82"/>
              <p:cNvSpPr/>
              <p:nvPr/>
            </p:nvSpPr>
            <p:spPr>
              <a:xfrm>
                <a:off x="2833592" y="3809809"/>
                <a:ext cx="917878" cy="566356"/>
              </a:xfrm>
              <a:custGeom>
                <a:avLst/>
                <a:gdLst/>
                <a:ahLst/>
                <a:cxnLst/>
                <a:rect l="l" t="t" r="r" b="b"/>
                <a:pathLst>
                  <a:path w="917878" h="566356">
                    <a:moveTo>
                      <a:pt x="0" y="566357"/>
                    </a:moveTo>
                    <a:cubicBezTo>
                      <a:pt x="6191" y="547878"/>
                      <a:pt x="116967" y="0"/>
                      <a:pt x="560165" y="0"/>
                    </a:cubicBezTo>
                    <a:cubicBezTo>
                      <a:pt x="1003363" y="0"/>
                      <a:pt x="966502" y="369380"/>
                      <a:pt x="812578" y="320135"/>
                    </a:cubicBezTo>
                  </a:path>
                </a:pathLst>
              </a:custGeom>
              <a:noFill/>
              <a:ln w="19050" cap="flat">
                <a:solidFill>
                  <a:srgbClr val="FFFFFF"/>
                </a:solidFill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</p:grpSp>
      </p:grpSp>
      <p:sp>
        <p:nvSpPr>
          <p:cNvPr id="83" name="AutoShape 83"/>
          <p:cNvSpPr>
            <a:spLocks noGrp="1"/>
          </p:cNvSpPr>
          <p:nvPr>
            <p:ph type="title"/>
          </p:nvPr>
        </p:nvSpPr>
        <p:spPr>
          <a:xfrm>
            <a:off x="660402" y="1724212"/>
            <a:ext cx="10858498" cy="1886854"/>
          </a:xfrm>
          <a:prstGeom prst="rect">
            <a:avLst/>
          </a:prstGeom>
        </p:spPr>
        <p:txBody>
          <a:bodyPr vert="horz" lIns="91440" tIns="45720" rIns="91440" bIns="45720" anchor="b">
            <a:norm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5400" b="1" i="0" u="none" baseline="0">
                <a:solidFill>
                  <a:srgbClr val="000000"/>
                </a:solidFill>
                <a:latin typeface="Arial"/>
                <a:ea typeface="Arial"/>
              </a:rPr>
              <a:t>Click to add title</a:t>
            </a:r>
          </a:p>
        </p:txBody>
      </p:sp>
      <p:sp>
        <p:nvSpPr>
          <p:cNvPr id="84" name="AutoShape 84"/>
          <p:cNvSpPr>
            <a:spLocks noGrp="1"/>
          </p:cNvSpPr>
          <p:nvPr>
            <p:ph type="body" sz="quarter" idx="1"/>
          </p:nvPr>
        </p:nvSpPr>
        <p:spPr>
          <a:xfrm>
            <a:off x="660402" y="3622918"/>
            <a:ext cx="10858498" cy="1466851"/>
          </a:xfrm>
          <a:prstGeom prst="rect">
            <a:avLst/>
          </a:prstGeom>
        </p:spPr>
        <p:txBody>
          <a:bodyPr vert="horz" lIns="91440" tIns="45720" rIns="91440" bIns="45720" anchor="t">
            <a:normAutofit/>
          </a:bodyPr>
          <a:lstStyle/>
          <a:p>
            <a:pPr marL="0" indent="0" algn="ctr">
              <a:lnSpc>
                <a:spcPct val="120000"/>
              </a:lnSpc>
              <a:spcBef>
                <a:spcPts val="1000"/>
              </a:spcBef>
              <a:buNone/>
            </a:pPr>
            <a:r>
              <a:rPr lang="en-US" sz="2000" b="0" i="0" u="none" baseline="0">
                <a:solidFill>
                  <a:srgbClr val="000000"/>
                </a:solidFill>
                <a:latin typeface="Arial"/>
                <a:ea typeface="Arial"/>
              </a:rPr>
              <a:t>Click to add text</a:t>
            </a:r>
          </a:p>
        </p:txBody>
      </p:sp>
      <p:sp>
        <p:nvSpPr>
          <p:cNvPr id="85" name="AutoShape 85"/>
          <p:cNvSpPr>
            <a:spLocks noGrp="1"/>
          </p:cNvSpPr>
          <p:nvPr>
            <p:ph type="ftr" sz="quarter" idx="11"/>
          </p:nvPr>
        </p:nvSpPr>
        <p:spPr>
          <a:xfrm>
            <a:off x="660399" y="6409690"/>
            <a:ext cx="3657600" cy="274320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r>
              <a:rPr lang="af-ZA" sz="1200" b="0" i="0" u="none" baseline="0">
                <a:solidFill>
                  <a:srgbClr val="FFFFFF"/>
                </a:solidFill>
                <a:latin typeface="Arial"/>
                <a:ea typeface="Arial"/>
              </a:rPr>
              <a:t>OfficePLUS</a:t>
            </a:r>
          </a:p>
        </p:txBody>
      </p:sp>
      <p:sp>
        <p:nvSpPr>
          <p:cNvPr id="86" name="AutoShape 86"/>
          <p:cNvSpPr>
            <a:spLocks noGrp="1"/>
          </p:cNvSpPr>
          <p:nvPr>
            <p:ph type="sldNum" sz="quarter" idx="12"/>
          </p:nvPr>
        </p:nvSpPr>
        <p:spPr>
          <a:xfrm>
            <a:off x="7861300" y="6409690"/>
            <a:ext cx="3657600" cy="274320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r"/>
            <a:fld id="{3386411A-70EE-422D-B97C-F56BEE3FF077}" type="slidenum">
              <a:rPr lang="en-US" sz="1200" b="0" i="0" u="none" baseline="0">
                <a:solidFill>
                  <a:srgbClr val="FFFFFF"/>
                </a:solidFill>
                <a:latin typeface="Arial"/>
                <a:ea typeface="Arial"/>
              </a:rPr>
              <a:t>‹#›</a:t>
            </a:fld>
            <a:endParaRPr lang="en-US" sz="1200" b="0" i="0" u="none" baseline="0">
              <a:solidFill>
                <a:srgbClr val="FFFFFF"/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gradFill>
          <a:gsLst>
            <a:gs pos="0">
              <a:srgbClr val="FFC717">
                <a:lumMod val="40000"/>
                <a:lumOff val="60000"/>
              </a:srgbClr>
            </a:gs>
            <a:gs pos="100000">
              <a:srgbClr val="FFC717">
                <a:alpha val="0"/>
                <a:lumMod val="20000"/>
                <a:lumOff val="80000"/>
              </a:srgbClr>
            </a:gs>
          </a:gsLst>
          <a:lin ang="162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 baseline="0">
                <a:solidFill>
                  <a:srgbClr val="000000"/>
                </a:solidFill>
                <a:latin typeface="Arial"/>
                <a:ea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dt" sz="half" idx="10"/>
          </p:nvPr>
        </p:nvSpPr>
        <p:spPr>
          <a:xfrm>
            <a:off x="4718050" y="6409690"/>
            <a:ext cx="2743200" cy="274320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ftr" sz="quarter" idx="11"/>
          </p:nvPr>
        </p:nvSpPr>
        <p:spPr>
          <a:xfrm>
            <a:off x="660399" y="6409690"/>
            <a:ext cx="3657600" cy="274320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sldNum" sz="quarter" idx="12"/>
          </p:nvPr>
        </p:nvSpPr>
        <p:spPr>
          <a:xfrm>
            <a:off x="7861300" y="6409690"/>
            <a:ext cx="3657600" cy="274320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r"/>
            <a:fld id="{3386411A-70EE-422D-B97C-F56BEE3FF077}" type="slidenum">
              <a:rPr lang="en-US" sz="1200" b="0" i="0" u="none" baseline="0">
                <a:solidFill>
                  <a:srgbClr val="000000">
                    <a:tint val="75000"/>
                  </a:srgbClr>
                </a:solidFill>
                <a:latin typeface="Arial"/>
                <a:ea typeface="Arial"/>
              </a:rPr>
              <a:t>‹#›</a:t>
            </a:fld>
            <a:endParaRPr lang="en-US" sz="1200" b="0" i="0" u="none" baseline="0">
              <a:solidFill>
                <a:srgbClr val="000000">
                  <a:tint val="75000"/>
                </a:srgbClr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2192001" cy="6858571"/>
            <a:chOff x="0" y="0"/>
            <a:chExt cx="12192001" cy="685857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DA8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4" name="Freeform 4"/>
            <p:cNvSpPr/>
            <p:nvPr/>
          </p:nvSpPr>
          <p:spPr>
            <a:xfrm>
              <a:off x="8345837" y="3457662"/>
              <a:ext cx="1498663" cy="1393126"/>
            </a:xfrm>
            <a:custGeom>
              <a:avLst/>
              <a:gdLst/>
              <a:ahLst/>
              <a:cxnLst/>
              <a:rect l="l" t="t" r="r" b="b"/>
              <a:pathLst>
                <a:path w="1498663" h="1393126">
                  <a:moveTo>
                    <a:pt x="1498663" y="696563"/>
                  </a:moveTo>
                  <a:cubicBezTo>
                    <a:pt x="1498663" y="1081265"/>
                    <a:pt x="1163176" y="1393127"/>
                    <a:pt x="749332" y="1393127"/>
                  </a:cubicBezTo>
                  <a:cubicBezTo>
                    <a:pt x="335487" y="1393127"/>
                    <a:pt x="0" y="1081265"/>
                    <a:pt x="0" y="696563"/>
                  </a:cubicBezTo>
                  <a:cubicBezTo>
                    <a:pt x="0" y="311862"/>
                    <a:pt x="335487" y="0"/>
                    <a:pt x="749332" y="0"/>
                  </a:cubicBezTo>
                  <a:cubicBezTo>
                    <a:pt x="1163176" y="0"/>
                    <a:pt x="1498663" y="311862"/>
                    <a:pt x="1498663" y="696563"/>
                  </a:cubicBezTo>
                  <a:close/>
                </a:path>
              </a:pathLst>
            </a:custGeom>
            <a:solidFill>
              <a:srgbClr val="FFE592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5" name="Freeform 5"/>
            <p:cNvSpPr/>
            <p:nvPr/>
          </p:nvSpPr>
          <p:spPr>
            <a:xfrm>
              <a:off x="6444322" y="2105026"/>
              <a:ext cx="5747679" cy="4752975"/>
            </a:xfrm>
            <a:custGeom>
              <a:avLst/>
              <a:gdLst/>
              <a:ahLst/>
              <a:cxnLst/>
              <a:rect l="l" t="t" r="r" b="b"/>
              <a:pathLst>
                <a:path w="5747679" h="4752975">
                  <a:moveTo>
                    <a:pt x="4311133" y="403"/>
                  </a:moveTo>
                  <a:cubicBezTo>
                    <a:pt x="4697936" y="9349"/>
                    <a:pt x="5133063" y="166873"/>
                    <a:pt x="5503933" y="420166"/>
                  </a:cubicBezTo>
                  <a:cubicBezTo>
                    <a:pt x="5571364" y="466220"/>
                    <a:pt x="5631039" y="511608"/>
                    <a:pt x="5683851" y="556204"/>
                  </a:cubicBezTo>
                  <a:lnTo>
                    <a:pt x="5747679" y="616599"/>
                  </a:lnTo>
                  <a:lnTo>
                    <a:pt x="5747679" y="4752975"/>
                  </a:lnTo>
                  <a:lnTo>
                    <a:pt x="0" y="4752975"/>
                  </a:lnTo>
                  <a:lnTo>
                    <a:pt x="31482" y="4554509"/>
                  </a:lnTo>
                  <a:cubicBezTo>
                    <a:pt x="129078" y="4130452"/>
                    <a:pt x="416846" y="3732617"/>
                    <a:pt x="1087858" y="3545129"/>
                  </a:cubicBezTo>
                  <a:cubicBezTo>
                    <a:pt x="2877224" y="3045161"/>
                    <a:pt x="4012794" y="4125201"/>
                    <a:pt x="3407481" y="1941118"/>
                  </a:cubicBezTo>
                  <a:cubicBezTo>
                    <a:pt x="3010369" y="507752"/>
                    <a:pt x="3572691" y="-16677"/>
                    <a:pt x="4311133" y="403"/>
                  </a:cubicBezTo>
                  <a:close/>
                </a:path>
              </a:pathLst>
            </a:custGeom>
            <a:solidFill>
              <a:srgbClr val="FFCB48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grpSp>
          <p:nvGrpSpPr>
            <p:cNvPr id="6" name="Group 6"/>
            <p:cNvGrpSpPr/>
            <p:nvPr/>
          </p:nvGrpSpPr>
          <p:grpSpPr>
            <a:xfrm>
              <a:off x="10211480" y="343483"/>
              <a:ext cx="1636369" cy="1427246"/>
              <a:chOff x="10634688" y="-6006744"/>
              <a:chExt cx="1636369" cy="1427246"/>
            </a:xfrm>
            <a:solidFill>
              <a:srgbClr val="FFCB48"/>
            </a:solidFill>
          </p:grpSpPr>
          <p:sp>
            <p:nvSpPr>
              <p:cNvPr id="7" name="Freeform 7"/>
              <p:cNvSpPr/>
              <p:nvPr/>
            </p:nvSpPr>
            <p:spPr>
              <a:xfrm>
                <a:off x="11690794" y="-6006744"/>
                <a:ext cx="580263" cy="638175"/>
              </a:xfrm>
              <a:custGeom>
                <a:avLst/>
                <a:gdLst/>
                <a:ahLst/>
                <a:cxnLst/>
                <a:rect l="l" t="t" r="r" b="b"/>
                <a:pathLst>
                  <a:path w="580263" h="638175">
                    <a:moveTo>
                      <a:pt x="580263" y="319088"/>
                    </a:moveTo>
                    <a:cubicBezTo>
                      <a:pt x="580263" y="495315"/>
                      <a:pt x="450367" y="638175"/>
                      <a:pt x="290131" y="638175"/>
                    </a:cubicBezTo>
                    <a:cubicBezTo>
                      <a:pt x="129896" y="638175"/>
                      <a:pt x="-1" y="495315"/>
                      <a:pt x="-1" y="319088"/>
                    </a:cubicBezTo>
                    <a:cubicBezTo>
                      <a:pt x="-1" y="142860"/>
                      <a:pt x="129896" y="0"/>
                      <a:pt x="290131" y="0"/>
                    </a:cubicBezTo>
                    <a:cubicBezTo>
                      <a:pt x="450366" y="0"/>
                      <a:pt x="580263" y="142860"/>
                      <a:pt x="580263" y="319088"/>
                    </a:cubicBezTo>
                    <a:close/>
                  </a:path>
                </a:pathLst>
              </a:custGeom>
              <a:solidFill>
                <a:srgbClr val="FFCB48"/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8" name="Freeform 8"/>
              <p:cNvSpPr/>
              <p:nvPr/>
            </p:nvSpPr>
            <p:spPr>
              <a:xfrm>
                <a:off x="10634688" y="-5146806"/>
                <a:ext cx="602932" cy="567308"/>
              </a:xfrm>
              <a:custGeom>
                <a:avLst/>
                <a:gdLst/>
                <a:ahLst/>
                <a:cxnLst/>
                <a:rect l="l" t="t" r="r" b="b"/>
                <a:pathLst>
                  <a:path w="602932" h="567308">
                    <a:moveTo>
                      <a:pt x="602933" y="283655"/>
                    </a:moveTo>
                    <a:cubicBezTo>
                      <a:pt x="602933" y="440313"/>
                      <a:pt x="467961" y="567309"/>
                      <a:pt x="301466" y="567309"/>
                    </a:cubicBezTo>
                    <a:cubicBezTo>
                      <a:pt x="134971" y="567309"/>
                      <a:pt x="0" y="440313"/>
                      <a:pt x="0" y="283655"/>
                    </a:cubicBezTo>
                    <a:cubicBezTo>
                      <a:pt x="0" y="126996"/>
                      <a:pt x="134971" y="0"/>
                      <a:pt x="301466" y="0"/>
                    </a:cubicBezTo>
                    <a:cubicBezTo>
                      <a:pt x="467961" y="0"/>
                      <a:pt x="602933" y="126996"/>
                      <a:pt x="602933" y="283655"/>
                    </a:cubicBezTo>
                    <a:close/>
                  </a:path>
                </a:pathLst>
              </a:custGeom>
              <a:solidFill>
                <a:srgbClr val="FFCB48"/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</p:grpSp>
        <p:sp>
          <p:nvSpPr>
            <p:cNvPr id="9" name="Freeform 9"/>
            <p:cNvSpPr/>
            <p:nvPr/>
          </p:nvSpPr>
          <p:spPr>
            <a:xfrm>
              <a:off x="9021055" y="2844684"/>
              <a:ext cx="341233" cy="341233"/>
            </a:xfrm>
            <a:custGeom>
              <a:avLst/>
              <a:gdLst/>
              <a:ahLst/>
              <a:cxnLst/>
              <a:rect l="l" t="t" r="r" b="b"/>
              <a:pathLst>
                <a:path w="341233" h="341233">
                  <a:moveTo>
                    <a:pt x="14073" y="189333"/>
                  </a:moveTo>
                  <a:cubicBezTo>
                    <a:pt x="95607" y="213241"/>
                    <a:pt x="127992" y="245626"/>
                    <a:pt x="151900" y="327160"/>
                  </a:cubicBezTo>
                  <a:cubicBezTo>
                    <a:pt x="157424" y="345924"/>
                    <a:pt x="183809" y="345924"/>
                    <a:pt x="189333" y="327160"/>
                  </a:cubicBezTo>
                  <a:cubicBezTo>
                    <a:pt x="213241" y="245626"/>
                    <a:pt x="245626" y="213241"/>
                    <a:pt x="327160" y="189333"/>
                  </a:cubicBezTo>
                  <a:cubicBezTo>
                    <a:pt x="345924" y="183809"/>
                    <a:pt x="345924" y="157424"/>
                    <a:pt x="327160" y="151900"/>
                  </a:cubicBezTo>
                  <a:cubicBezTo>
                    <a:pt x="245626" y="127992"/>
                    <a:pt x="213241" y="95607"/>
                    <a:pt x="189333" y="14073"/>
                  </a:cubicBezTo>
                  <a:cubicBezTo>
                    <a:pt x="183809" y="-4691"/>
                    <a:pt x="157424" y="-4691"/>
                    <a:pt x="151900" y="14073"/>
                  </a:cubicBezTo>
                  <a:cubicBezTo>
                    <a:pt x="127992" y="95607"/>
                    <a:pt x="95607" y="127992"/>
                    <a:pt x="14073" y="151900"/>
                  </a:cubicBezTo>
                  <a:cubicBezTo>
                    <a:pt x="-4691" y="157424"/>
                    <a:pt x="-4691" y="183809"/>
                    <a:pt x="14073" y="189333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 lnSpcReduction="10000"/>
            </a:bodyPr>
            <a:lstStyle/>
            <a:p>
              <a:pPr marL="0" algn="l"/>
              <a:endParaRPr/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6856762" y="3892249"/>
              <a:ext cx="5134322" cy="2965751"/>
              <a:chOff x="5365315" y="-5239314"/>
              <a:chExt cx="6253564" cy="3612261"/>
            </a:xfrm>
          </p:grpSpPr>
          <p:grpSp>
            <p:nvGrpSpPr>
              <p:cNvPr id="11" name="Group 11"/>
              <p:cNvGrpSpPr/>
              <p:nvPr/>
            </p:nvGrpSpPr>
            <p:grpSpPr>
              <a:xfrm>
                <a:off x="5365315" y="-2645085"/>
                <a:ext cx="6253564" cy="1018032"/>
                <a:chOff x="5365315" y="-2645085"/>
                <a:chExt cx="6253564" cy="1018032"/>
              </a:xfrm>
            </p:grpSpPr>
            <p:grpSp>
              <p:nvGrpSpPr>
                <p:cNvPr id="12" name="Group 12"/>
                <p:cNvGrpSpPr/>
                <p:nvPr/>
              </p:nvGrpSpPr>
              <p:grpSpPr>
                <a:xfrm>
                  <a:off x="5365315" y="-2645085"/>
                  <a:ext cx="6253564" cy="1018032"/>
                  <a:chOff x="5365315" y="-2645085"/>
                  <a:chExt cx="6253564" cy="1018032"/>
                </a:xfrm>
              </p:grpSpPr>
              <p:sp>
                <p:nvSpPr>
                  <p:cNvPr id="13" name="Freeform 13"/>
                  <p:cNvSpPr/>
                  <p:nvPr/>
                </p:nvSpPr>
                <p:spPr>
                  <a:xfrm>
                    <a:off x="5365315" y="-2645085"/>
                    <a:ext cx="1917594" cy="10179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17594" h="1017936">
                        <a:moveTo>
                          <a:pt x="1917594" y="1017937"/>
                        </a:moveTo>
                        <a:lnTo>
                          <a:pt x="210524" y="1017937"/>
                        </a:lnTo>
                        <a:cubicBezTo>
                          <a:pt x="-263155" y="459486"/>
                          <a:pt x="210524" y="0"/>
                          <a:pt x="210524" y="0"/>
                        </a:cubicBezTo>
                        <a:lnTo>
                          <a:pt x="1917594" y="0"/>
                        </a:lnTo>
                        <a:cubicBezTo>
                          <a:pt x="1917594" y="0"/>
                          <a:pt x="1443916" y="459486"/>
                          <a:pt x="1917594" y="1017937"/>
                        </a:cubicBezTo>
                        <a:close/>
                      </a:path>
                    </a:pathLst>
                  </a:custGeom>
                  <a:solidFill>
                    <a:srgbClr val="FF5900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14" name="Freeform 14"/>
                  <p:cNvSpPr/>
                  <p:nvPr/>
                </p:nvSpPr>
                <p:spPr>
                  <a:xfrm>
                    <a:off x="7072386" y="-2644990"/>
                    <a:ext cx="4546494" cy="10179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46494" h="1017936">
                        <a:moveTo>
                          <a:pt x="156707" y="348996"/>
                        </a:moveTo>
                        <a:cubicBezTo>
                          <a:pt x="102224" y="528542"/>
                          <a:pt x="141848" y="708565"/>
                          <a:pt x="274341" y="884968"/>
                        </a:cubicBezTo>
                        <a:lnTo>
                          <a:pt x="4480010" y="884968"/>
                        </a:lnTo>
                        <a:cubicBezTo>
                          <a:pt x="4516681" y="884968"/>
                          <a:pt x="4546495" y="914686"/>
                          <a:pt x="4546495" y="951452"/>
                        </a:cubicBezTo>
                        <a:lnTo>
                          <a:pt x="4546495" y="951452"/>
                        </a:lnTo>
                        <a:cubicBezTo>
                          <a:pt x="4546495" y="988124"/>
                          <a:pt x="4516777" y="1017937"/>
                          <a:pt x="4480010" y="1017937"/>
                        </a:cubicBezTo>
                        <a:lnTo>
                          <a:pt x="210524" y="1017937"/>
                        </a:lnTo>
                        <a:cubicBezTo>
                          <a:pt x="-263155" y="459486"/>
                          <a:pt x="210524" y="0"/>
                          <a:pt x="210524" y="0"/>
                        </a:cubicBezTo>
                        <a:lnTo>
                          <a:pt x="4480010" y="0"/>
                        </a:lnTo>
                        <a:cubicBezTo>
                          <a:pt x="4516681" y="0"/>
                          <a:pt x="4546495" y="29718"/>
                          <a:pt x="4546495" y="66485"/>
                        </a:cubicBezTo>
                        <a:lnTo>
                          <a:pt x="4546495" y="66485"/>
                        </a:lnTo>
                        <a:cubicBezTo>
                          <a:pt x="4546495" y="103156"/>
                          <a:pt x="4516777" y="132969"/>
                          <a:pt x="4480010" y="132969"/>
                        </a:cubicBezTo>
                        <a:lnTo>
                          <a:pt x="270817" y="132969"/>
                        </a:lnTo>
                        <a:cubicBezTo>
                          <a:pt x="237384" y="175355"/>
                          <a:pt x="186330" y="251365"/>
                          <a:pt x="156707" y="348996"/>
                        </a:cubicBezTo>
                        <a:close/>
                      </a:path>
                    </a:pathLst>
                  </a:custGeom>
                  <a:solidFill>
                    <a:srgbClr val="FF7402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15" name="Freeform 15"/>
                  <p:cNvSpPr/>
                  <p:nvPr/>
                </p:nvSpPr>
                <p:spPr>
                  <a:xfrm>
                    <a:off x="7205406" y="-2512116"/>
                    <a:ext cx="4216211" cy="75209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16211" h="752093">
                        <a:moveTo>
                          <a:pt x="4216211" y="0"/>
                        </a:moveTo>
                        <a:lnTo>
                          <a:pt x="4216211" y="752094"/>
                        </a:lnTo>
                        <a:lnTo>
                          <a:pt x="141321" y="752094"/>
                        </a:lnTo>
                        <a:cubicBezTo>
                          <a:pt x="8828" y="575786"/>
                          <a:pt x="-30796" y="395669"/>
                          <a:pt x="23687" y="216122"/>
                        </a:cubicBezTo>
                        <a:cubicBezTo>
                          <a:pt x="53310" y="118491"/>
                          <a:pt x="104364" y="42481"/>
                          <a:pt x="137797" y="0"/>
                        </a:cubicBezTo>
                        <a:lnTo>
                          <a:pt x="4216211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</p:grpSp>
            <p:sp>
              <p:nvSpPr>
                <p:cNvPr id="16" name="Freeform 16"/>
                <p:cNvSpPr/>
                <p:nvPr/>
              </p:nvSpPr>
              <p:spPr>
                <a:xfrm>
                  <a:off x="7953184" y="-2280945"/>
                  <a:ext cx="3197828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7828" h="9525">
                      <a:moveTo>
                        <a:pt x="3197829" y="0"/>
                      </a:moveTo>
                      <a:lnTo>
                        <a:pt x="0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17" name="Freeform 17"/>
                <p:cNvSpPr/>
                <p:nvPr/>
              </p:nvSpPr>
              <p:spPr>
                <a:xfrm>
                  <a:off x="8780144" y="-2143880"/>
                  <a:ext cx="2357723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57723" h="9525">
                      <a:moveTo>
                        <a:pt x="0" y="0"/>
                      </a:moveTo>
                      <a:lnTo>
                        <a:pt x="2357724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18" name="Freeform 18"/>
                <p:cNvSpPr/>
                <p:nvPr/>
              </p:nvSpPr>
              <p:spPr>
                <a:xfrm>
                  <a:off x="7527988" y="-1902897"/>
                  <a:ext cx="3761041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1041" h="9525">
                      <a:moveTo>
                        <a:pt x="3761042" y="0"/>
                      </a:moveTo>
                      <a:lnTo>
                        <a:pt x="0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19" name="Freeform 19"/>
                <p:cNvSpPr/>
                <p:nvPr/>
              </p:nvSpPr>
              <p:spPr>
                <a:xfrm>
                  <a:off x="8111584" y="-2287803"/>
                  <a:ext cx="430815" cy="3360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0815" h="336041">
                      <a:moveTo>
                        <a:pt x="430816" y="336042"/>
                      </a:moveTo>
                      <a:lnTo>
                        <a:pt x="255366" y="249650"/>
                      </a:lnTo>
                      <a:lnTo>
                        <a:pt x="124683" y="336042"/>
                      </a:lnTo>
                      <a:lnTo>
                        <a:pt x="0" y="0"/>
                      </a:lnTo>
                      <a:lnTo>
                        <a:pt x="306134" y="0"/>
                      </a:lnTo>
                      <a:close/>
                    </a:path>
                  </a:pathLst>
                </a:custGeom>
                <a:solidFill>
                  <a:srgbClr val="0C1A44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 fontScale="85000" lnSpcReduction="20000"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20" name="Freeform 20"/>
                <p:cNvSpPr/>
                <p:nvPr/>
              </p:nvSpPr>
              <p:spPr>
                <a:xfrm>
                  <a:off x="5757385" y="-2251893"/>
                  <a:ext cx="919733" cy="2253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9733" h="225361">
                      <a:moveTo>
                        <a:pt x="919734" y="112681"/>
                      </a:moveTo>
                      <a:cubicBezTo>
                        <a:pt x="919734" y="174913"/>
                        <a:pt x="713845" y="225361"/>
                        <a:pt x="459867" y="225361"/>
                      </a:cubicBezTo>
                      <a:cubicBezTo>
                        <a:pt x="205889" y="225361"/>
                        <a:pt x="0" y="174912"/>
                        <a:pt x="0" y="112681"/>
                      </a:cubicBezTo>
                      <a:cubicBezTo>
                        <a:pt x="0" y="50449"/>
                        <a:pt x="205889" y="0"/>
                        <a:pt x="459867" y="0"/>
                      </a:cubicBezTo>
                      <a:cubicBezTo>
                        <a:pt x="713845" y="0"/>
                        <a:pt x="919734" y="50449"/>
                        <a:pt x="919734" y="112681"/>
                      </a:cubicBezTo>
                      <a:close/>
                    </a:path>
                  </a:pathLst>
                </a:custGeom>
                <a:solidFill>
                  <a:srgbClr val="FF7402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 fontScale="40000" lnSpcReduction="20000"/>
                </a:bodyPr>
                <a:lstStyle/>
                <a:p>
                  <a:pPr marL="0" algn="l"/>
                  <a:endParaRPr/>
                </a:p>
              </p:txBody>
            </p:sp>
          </p:grpSp>
          <p:grpSp>
            <p:nvGrpSpPr>
              <p:cNvPr id="21" name="Group 21"/>
              <p:cNvGrpSpPr/>
              <p:nvPr/>
            </p:nvGrpSpPr>
            <p:grpSpPr>
              <a:xfrm>
                <a:off x="6550754" y="-3503193"/>
                <a:ext cx="4401184" cy="861631"/>
                <a:chOff x="6550754" y="-3503193"/>
                <a:chExt cx="4401184" cy="861631"/>
              </a:xfrm>
            </p:grpSpPr>
            <p:grpSp>
              <p:nvGrpSpPr>
                <p:cNvPr id="22" name="Group 22"/>
                <p:cNvGrpSpPr/>
                <p:nvPr/>
              </p:nvGrpSpPr>
              <p:grpSpPr>
                <a:xfrm>
                  <a:off x="6550754" y="-3503193"/>
                  <a:ext cx="4401184" cy="861631"/>
                  <a:chOff x="6550754" y="-3503193"/>
                  <a:chExt cx="4401184" cy="861631"/>
                </a:xfrm>
              </p:grpSpPr>
              <p:sp>
                <p:nvSpPr>
                  <p:cNvPr id="23" name="Freeform 23"/>
                  <p:cNvSpPr/>
                  <p:nvPr/>
                </p:nvSpPr>
                <p:spPr>
                  <a:xfrm>
                    <a:off x="7752238" y="-3503193"/>
                    <a:ext cx="454310" cy="8616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4310" h="861631">
                        <a:moveTo>
                          <a:pt x="454311" y="861632"/>
                        </a:moveTo>
                        <a:lnTo>
                          <a:pt x="178181" y="861632"/>
                        </a:lnTo>
                        <a:cubicBezTo>
                          <a:pt x="-222726" y="388906"/>
                          <a:pt x="178181" y="0"/>
                          <a:pt x="178181" y="0"/>
                        </a:cubicBezTo>
                        <a:lnTo>
                          <a:pt x="454311" y="0"/>
                        </a:lnTo>
                        <a:cubicBezTo>
                          <a:pt x="454311" y="0"/>
                          <a:pt x="53403" y="388906"/>
                          <a:pt x="454311" y="861632"/>
                        </a:cubicBezTo>
                        <a:close/>
                      </a:path>
                    </a:pathLst>
                  </a:custGeom>
                  <a:solidFill>
                    <a:srgbClr val="284499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24" name="Freeform 24"/>
                  <p:cNvSpPr/>
                  <p:nvPr/>
                </p:nvSpPr>
                <p:spPr>
                  <a:xfrm>
                    <a:off x="6583520" y="-3503193"/>
                    <a:ext cx="1346803" cy="8616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46803" h="861631">
                        <a:moveTo>
                          <a:pt x="1346803" y="861632"/>
                        </a:moveTo>
                        <a:lnTo>
                          <a:pt x="178181" y="861632"/>
                        </a:lnTo>
                        <a:cubicBezTo>
                          <a:pt x="-222726" y="388906"/>
                          <a:pt x="178181" y="0"/>
                          <a:pt x="178181" y="0"/>
                        </a:cubicBezTo>
                        <a:lnTo>
                          <a:pt x="1346803" y="0"/>
                        </a:lnTo>
                        <a:cubicBezTo>
                          <a:pt x="1346803" y="0"/>
                          <a:pt x="945896" y="388906"/>
                          <a:pt x="1346803" y="861632"/>
                        </a:cubicBezTo>
                        <a:close/>
                      </a:path>
                    </a:pathLst>
                  </a:custGeom>
                  <a:solidFill>
                    <a:srgbClr val="0C1A44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25" name="Freeform 25"/>
                  <p:cNvSpPr/>
                  <p:nvPr/>
                </p:nvSpPr>
                <p:spPr>
                  <a:xfrm>
                    <a:off x="8028272" y="-3503097"/>
                    <a:ext cx="2923666" cy="8615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23666" h="861536">
                        <a:moveTo>
                          <a:pt x="132652" y="295370"/>
                        </a:moveTo>
                        <a:cubicBezTo>
                          <a:pt x="86551" y="447294"/>
                          <a:pt x="120078" y="599694"/>
                          <a:pt x="232188" y="748951"/>
                        </a:cubicBezTo>
                        <a:lnTo>
                          <a:pt x="2867375" y="748951"/>
                        </a:lnTo>
                        <a:cubicBezTo>
                          <a:pt x="2898426" y="748951"/>
                          <a:pt x="2923667" y="774097"/>
                          <a:pt x="2923667" y="805244"/>
                        </a:cubicBezTo>
                        <a:lnTo>
                          <a:pt x="2923667" y="805244"/>
                        </a:lnTo>
                        <a:cubicBezTo>
                          <a:pt x="2923667" y="836295"/>
                          <a:pt x="2898521" y="861536"/>
                          <a:pt x="2867375" y="861536"/>
                        </a:cubicBezTo>
                        <a:lnTo>
                          <a:pt x="178181" y="861536"/>
                        </a:lnTo>
                        <a:cubicBezTo>
                          <a:pt x="-222726" y="388906"/>
                          <a:pt x="178181" y="0"/>
                          <a:pt x="178181" y="0"/>
                        </a:cubicBezTo>
                        <a:lnTo>
                          <a:pt x="2867375" y="0"/>
                        </a:lnTo>
                        <a:cubicBezTo>
                          <a:pt x="2898426" y="0"/>
                          <a:pt x="2923667" y="25146"/>
                          <a:pt x="2923667" y="56293"/>
                        </a:cubicBezTo>
                        <a:lnTo>
                          <a:pt x="2923667" y="56293"/>
                        </a:lnTo>
                        <a:cubicBezTo>
                          <a:pt x="2923667" y="87344"/>
                          <a:pt x="2898521" y="112586"/>
                          <a:pt x="2867375" y="112586"/>
                        </a:cubicBezTo>
                        <a:lnTo>
                          <a:pt x="229235" y="112586"/>
                        </a:lnTo>
                        <a:cubicBezTo>
                          <a:pt x="200946" y="148495"/>
                          <a:pt x="157702" y="212788"/>
                          <a:pt x="132652" y="295370"/>
                        </a:cubicBezTo>
                        <a:close/>
                      </a:path>
                    </a:pathLst>
                  </a:custGeom>
                  <a:solidFill>
                    <a:srgbClr val="1B3276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26" name="Freeform 26"/>
                  <p:cNvSpPr/>
                  <p:nvPr/>
                </p:nvSpPr>
                <p:spPr>
                  <a:xfrm>
                    <a:off x="8140881" y="-3390607"/>
                    <a:ext cx="2644085" cy="6365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44085" h="636555">
                        <a:moveTo>
                          <a:pt x="2644086" y="0"/>
                        </a:moveTo>
                        <a:lnTo>
                          <a:pt x="2644086" y="636556"/>
                        </a:lnTo>
                        <a:lnTo>
                          <a:pt x="119579" y="636556"/>
                        </a:lnTo>
                        <a:cubicBezTo>
                          <a:pt x="7470" y="487299"/>
                          <a:pt x="-26058" y="334899"/>
                          <a:pt x="20043" y="182975"/>
                        </a:cubicBezTo>
                        <a:cubicBezTo>
                          <a:pt x="45094" y="100298"/>
                          <a:pt x="88337" y="36004"/>
                          <a:pt x="116626" y="0"/>
                        </a:cubicBezTo>
                        <a:lnTo>
                          <a:pt x="2644086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27" name="Freeform 27"/>
                  <p:cNvSpPr/>
                  <p:nvPr/>
                </p:nvSpPr>
                <p:spPr>
                  <a:xfrm>
                    <a:off x="6550754" y="-3503193"/>
                    <a:ext cx="454310" cy="8616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4310" h="861631">
                        <a:moveTo>
                          <a:pt x="454311" y="861632"/>
                        </a:moveTo>
                        <a:lnTo>
                          <a:pt x="178181" y="861632"/>
                        </a:lnTo>
                        <a:cubicBezTo>
                          <a:pt x="-222726" y="388906"/>
                          <a:pt x="178181" y="0"/>
                          <a:pt x="178181" y="0"/>
                        </a:cubicBezTo>
                        <a:lnTo>
                          <a:pt x="454311" y="0"/>
                        </a:lnTo>
                        <a:cubicBezTo>
                          <a:pt x="454311" y="0"/>
                          <a:pt x="53404" y="388906"/>
                          <a:pt x="454311" y="861632"/>
                        </a:cubicBezTo>
                        <a:close/>
                      </a:path>
                    </a:pathLst>
                  </a:custGeom>
                  <a:solidFill>
                    <a:srgbClr val="284499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</p:grpSp>
            <p:sp>
              <p:nvSpPr>
                <p:cNvPr id="28" name="Freeform 28"/>
                <p:cNvSpPr/>
                <p:nvPr/>
              </p:nvSpPr>
              <p:spPr>
                <a:xfrm>
                  <a:off x="8773667" y="-3194963"/>
                  <a:ext cx="1782318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2318" h="9525">
                      <a:moveTo>
                        <a:pt x="1782318" y="0"/>
                      </a:moveTo>
                      <a:lnTo>
                        <a:pt x="0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29" name="Freeform 29"/>
                <p:cNvSpPr/>
                <p:nvPr/>
              </p:nvSpPr>
              <p:spPr>
                <a:xfrm>
                  <a:off x="9473564" y="-3078949"/>
                  <a:ext cx="1071276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276" h="9525">
                      <a:moveTo>
                        <a:pt x="0" y="0"/>
                      </a:moveTo>
                      <a:lnTo>
                        <a:pt x="1071277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30" name="Freeform 30"/>
                <p:cNvSpPr/>
                <p:nvPr/>
              </p:nvSpPr>
              <p:spPr>
                <a:xfrm>
                  <a:off x="8413908" y="-2875019"/>
                  <a:ext cx="2258853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58853" h="9525">
                      <a:moveTo>
                        <a:pt x="2258854" y="0"/>
                      </a:moveTo>
                      <a:lnTo>
                        <a:pt x="0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l"/>
                  <a:endParaRPr/>
                </a:p>
              </p:txBody>
            </p:sp>
          </p:grpSp>
          <p:grpSp>
            <p:nvGrpSpPr>
              <p:cNvPr id="31" name="Group 31"/>
              <p:cNvGrpSpPr/>
              <p:nvPr/>
            </p:nvGrpSpPr>
            <p:grpSpPr>
              <a:xfrm>
                <a:off x="9038137" y="-5239314"/>
                <a:ext cx="1631705" cy="1728487"/>
                <a:chOff x="9038137" y="-5239314"/>
                <a:chExt cx="1631705" cy="1728487"/>
              </a:xfrm>
            </p:grpSpPr>
            <p:grpSp>
              <p:nvGrpSpPr>
                <p:cNvPr id="32" name="Group 32"/>
                <p:cNvGrpSpPr/>
                <p:nvPr/>
              </p:nvGrpSpPr>
              <p:grpSpPr>
                <a:xfrm>
                  <a:off x="9038137" y="-5239314"/>
                  <a:ext cx="1631705" cy="1728487"/>
                  <a:chOff x="9038137" y="-5239314"/>
                  <a:chExt cx="1631705" cy="1728487"/>
                </a:xfrm>
              </p:grpSpPr>
              <p:sp>
                <p:nvSpPr>
                  <p:cNvPr id="33" name="Freeform 33"/>
                  <p:cNvSpPr/>
                  <p:nvPr/>
                </p:nvSpPr>
                <p:spPr>
                  <a:xfrm>
                    <a:off x="9099422" y="-5217209"/>
                    <a:ext cx="753808" cy="39206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53808" h="392067">
                        <a:moveTo>
                          <a:pt x="0" y="37426"/>
                        </a:moveTo>
                        <a:cubicBezTo>
                          <a:pt x="0" y="37426"/>
                          <a:pt x="114776" y="436142"/>
                          <a:pt x="753808" y="388041"/>
                        </a:cubicBezTo>
                        <a:cubicBezTo>
                          <a:pt x="753808" y="387946"/>
                          <a:pt x="700088" y="-143073"/>
                          <a:pt x="0" y="37426"/>
                        </a:cubicBezTo>
                        <a:close/>
                      </a:path>
                    </a:pathLst>
                  </a:custGeom>
                  <a:solidFill>
                    <a:srgbClr val="0C1A44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 fontScale="92500" lnSpcReduction="20000"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34" name="Freeform 34"/>
                  <p:cNvSpPr/>
                  <p:nvPr/>
                </p:nvSpPr>
                <p:spPr>
                  <a:xfrm>
                    <a:off x="9713403" y="-5239314"/>
                    <a:ext cx="152788" cy="5273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2788" h="527399">
                        <a:moveTo>
                          <a:pt x="0" y="0"/>
                        </a:moveTo>
                        <a:cubicBezTo>
                          <a:pt x="0" y="0"/>
                          <a:pt x="242126" y="154876"/>
                          <a:pt x="116777" y="527399"/>
                        </a:cubicBezTo>
                      </a:path>
                    </a:pathLst>
                  </a:custGeom>
                  <a:noFill/>
                  <a:ln w="19050" cap="rnd">
                    <a:solidFill>
                      <a:srgbClr val="2C0303"/>
                    </a:solidFill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35" name="Freeform 35"/>
                  <p:cNvSpPr/>
                  <p:nvPr/>
                </p:nvSpPr>
                <p:spPr>
                  <a:xfrm>
                    <a:off x="9038137" y="-4857608"/>
                    <a:ext cx="1631705" cy="13467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31705" h="1346781">
                        <a:moveTo>
                          <a:pt x="776994" y="138454"/>
                        </a:moveTo>
                        <a:cubicBezTo>
                          <a:pt x="776994" y="138454"/>
                          <a:pt x="29662" y="-226163"/>
                          <a:pt x="1278" y="410679"/>
                        </a:cubicBezTo>
                        <a:cubicBezTo>
                          <a:pt x="-27012" y="1047425"/>
                          <a:pt x="418854" y="1360512"/>
                          <a:pt x="899962" y="1346320"/>
                        </a:cubicBezTo>
                        <a:cubicBezTo>
                          <a:pt x="1381069" y="1332127"/>
                          <a:pt x="1858748" y="641089"/>
                          <a:pt x="1514610" y="173411"/>
                        </a:cubicBezTo>
                        <a:cubicBezTo>
                          <a:pt x="1243338" y="-195206"/>
                          <a:pt x="776994" y="138454"/>
                          <a:pt x="776994" y="138454"/>
                        </a:cubicBezTo>
                        <a:close/>
                      </a:path>
                    </a:pathLst>
                  </a:custGeom>
                  <a:solidFill>
                    <a:srgbClr val="FF5900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</p:grpSp>
            <p:sp>
              <p:nvSpPr>
                <p:cNvPr id="36" name="Freeform 36"/>
                <p:cNvSpPr/>
                <p:nvPr/>
              </p:nvSpPr>
              <p:spPr>
                <a:xfrm>
                  <a:off x="10044112" y="-4788306"/>
                  <a:ext cx="354711" cy="2089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4711" h="208978">
                      <a:moveTo>
                        <a:pt x="354711" y="104489"/>
                      </a:moveTo>
                      <a:cubicBezTo>
                        <a:pt x="354711" y="162197"/>
                        <a:pt x="275306" y="208979"/>
                        <a:pt x="177355" y="208979"/>
                      </a:cubicBezTo>
                      <a:cubicBezTo>
                        <a:pt x="79405" y="208979"/>
                        <a:pt x="0" y="162197"/>
                        <a:pt x="0" y="104489"/>
                      </a:cubicBezTo>
                      <a:cubicBezTo>
                        <a:pt x="0" y="46781"/>
                        <a:pt x="79405" y="0"/>
                        <a:pt x="177355" y="0"/>
                      </a:cubicBezTo>
                      <a:cubicBezTo>
                        <a:pt x="275306" y="0"/>
                        <a:pt x="354711" y="46781"/>
                        <a:pt x="354711" y="104489"/>
                      </a:cubicBezTo>
                      <a:close/>
                    </a:path>
                  </a:pathLst>
                </a:custGeom>
                <a:solidFill>
                  <a:srgbClr val="FF7402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 fontScale="32500" lnSpcReduction="20000"/>
                </a:bodyPr>
                <a:lstStyle/>
                <a:p>
                  <a:pPr marL="0" algn="l"/>
                  <a:endParaRPr/>
                </a:p>
              </p:txBody>
            </p:sp>
          </p:grpSp>
        </p:grpSp>
        <p:sp>
          <p:nvSpPr>
            <p:cNvPr id="37" name="Freeform 37"/>
            <p:cNvSpPr/>
            <p:nvPr/>
          </p:nvSpPr>
          <p:spPr>
            <a:xfrm>
              <a:off x="7813458" y="3255479"/>
              <a:ext cx="959725" cy="960911"/>
            </a:xfrm>
            <a:custGeom>
              <a:avLst/>
              <a:gdLst/>
              <a:ahLst/>
              <a:cxnLst/>
              <a:rect l="l" t="t" r="r" b="b"/>
              <a:pathLst>
                <a:path w="959725" h="960911">
                  <a:moveTo>
                    <a:pt x="705225" y="36475"/>
                  </a:moveTo>
                  <a:lnTo>
                    <a:pt x="702939" y="312319"/>
                  </a:lnTo>
                  <a:cubicBezTo>
                    <a:pt x="702843" y="324225"/>
                    <a:pt x="708558" y="335369"/>
                    <a:pt x="718369" y="342227"/>
                  </a:cubicBezTo>
                  <a:lnTo>
                    <a:pt x="944302" y="500533"/>
                  </a:lnTo>
                  <a:cubicBezTo>
                    <a:pt x="968877" y="517678"/>
                    <a:pt x="962971" y="555587"/>
                    <a:pt x="934491" y="564636"/>
                  </a:cubicBezTo>
                  <a:lnTo>
                    <a:pt x="671411" y="647694"/>
                  </a:lnTo>
                  <a:cubicBezTo>
                    <a:pt x="660076" y="651314"/>
                    <a:pt x="651218" y="660172"/>
                    <a:pt x="647694" y="671602"/>
                  </a:cubicBezTo>
                  <a:lnTo>
                    <a:pt x="567017" y="935349"/>
                  </a:lnTo>
                  <a:cubicBezTo>
                    <a:pt x="558254" y="964019"/>
                    <a:pt x="520440" y="970115"/>
                    <a:pt x="503009" y="945732"/>
                  </a:cubicBezTo>
                  <a:lnTo>
                    <a:pt x="342703" y="721227"/>
                  </a:lnTo>
                  <a:cubicBezTo>
                    <a:pt x="335750" y="711512"/>
                    <a:pt x="324510" y="705892"/>
                    <a:pt x="312699" y="706082"/>
                  </a:cubicBezTo>
                  <a:lnTo>
                    <a:pt x="36855" y="710845"/>
                  </a:lnTo>
                  <a:cubicBezTo>
                    <a:pt x="6947" y="711321"/>
                    <a:pt x="-10674" y="677317"/>
                    <a:pt x="7137" y="653219"/>
                  </a:cubicBezTo>
                  <a:lnTo>
                    <a:pt x="171158" y="431381"/>
                  </a:lnTo>
                  <a:cubicBezTo>
                    <a:pt x="178206" y="421856"/>
                    <a:pt x="180111" y="409379"/>
                    <a:pt x="176301" y="398139"/>
                  </a:cubicBezTo>
                  <a:lnTo>
                    <a:pt x="86576" y="137249"/>
                  </a:lnTo>
                  <a:cubicBezTo>
                    <a:pt x="76860" y="108960"/>
                    <a:pt x="103816" y="81719"/>
                    <a:pt x="132201" y="91244"/>
                  </a:cubicBezTo>
                  <a:lnTo>
                    <a:pt x="393852" y="178683"/>
                  </a:lnTo>
                  <a:cubicBezTo>
                    <a:pt x="405092" y="182493"/>
                    <a:pt x="417570" y="180398"/>
                    <a:pt x="427095" y="173254"/>
                  </a:cubicBezTo>
                  <a:lnTo>
                    <a:pt x="647408" y="7328"/>
                  </a:lnTo>
                  <a:cubicBezTo>
                    <a:pt x="671316" y="-10674"/>
                    <a:pt x="705510" y="6566"/>
                    <a:pt x="705225" y="36475"/>
                  </a:cubicBez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38" name="Freeform 38"/>
            <p:cNvSpPr/>
            <p:nvPr/>
          </p:nvSpPr>
          <p:spPr>
            <a:xfrm>
              <a:off x="9462589" y="461102"/>
              <a:ext cx="494489" cy="1314545"/>
            </a:xfrm>
            <a:custGeom>
              <a:avLst/>
              <a:gdLst/>
              <a:ahLst/>
              <a:cxnLst/>
              <a:rect l="l" t="t" r="r" b="b"/>
              <a:pathLst>
                <a:path w="494489" h="1314545">
                  <a:moveTo>
                    <a:pt x="217091" y="0"/>
                  </a:moveTo>
                  <a:cubicBezTo>
                    <a:pt x="733537" y="224599"/>
                    <a:pt x="425308" y="828104"/>
                    <a:pt x="126127" y="859917"/>
                  </a:cubicBezTo>
                  <a:cubicBezTo>
                    <a:pt x="-173053" y="891730"/>
                    <a:pt x="128128" y="444151"/>
                    <a:pt x="327677" y="856679"/>
                  </a:cubicBezTo>
                  <a:cubicBezTo>
                    <a:pt x="449406" y="1108234"/>
                    <a:pt x="254239" y="1314545"/>
                    <a:pt x="254239" y="1314545"/>
                  </a:cubicBezTo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39" name="Freeform 39"/>
            <p:cNvSpPr/>
            <p:nvPr/>
          </p:nvSpPr>
          <p:spPr>
            <a:xfrm>
              <a:off x="1845906" y="782715"/>
              <a:ext cx="917878" cy="566356"/>
            </a:xfrm>
            <a:custGeom>
              <a:avLst/>
              <a:gdLst/>
              <a:ahLst/>
              <a:cxnLst/>
              <a:rect l="l" t="t" r="r" b="b"/>
              <a:pathLst>
                <a:path w="917878" h="566356">
                  <a:moveTo>
                    <a:pt x="0" y="566357"/>
                  </a:moveTo>
                  <a:cubicBezTo>
                    <a:pt x="6191" y="547878"/>
                    <a:pt x="116967" y="0"/>
                    <a:pt x="560165" y="0"/>
                  </a:cubicBezTo>
                  <a:cubicBezTo>
                    <a:pt x="1003363" y="0"/>
                    <a:pt x="966502" y="369380"/>
                    <a:pt x="812578" y="320135"/>
                  </a:cubicBezTo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grpSp>
          <p:nvGrpSpPr>
            <p:cNvPr id="40" name="Group 40"/>
            <p:cNvGrpSpPr/>
            <p:nvPr/>
          </p:nvGrpSpPr>
          <p:grpSpPr>
            <a:xfrm>
              <a:off x="1" y="1063960"/>
              <a:ext cx="5259062" cy="5794611"/>
              <a:chOff x="0" y="257633"/>
              <a:chExt cx="5990867" cy="6600938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575595" y="257633"/>
                <a:ext cx="2406205" cy="2236469"/>
              </a:xfrm>
              <a:custGeom>
                <a:avLst/>
                <a:gdLst/>
                <a:ahLst/>
                <a:cxnLst/>
                <a:rect l="l" t="t" r="r" b="b"/>
                <a:pathLst>
                  <a:path w="2406205" h="2236470">
                    <a:moveTo>
                      <a:pt x="2406205" y="1118235"/>
                    </a:moveTo>
                    <a:cubicBezTo>
                      <a:pt x="2406205" y="1735819"/>
                      <a:pt x="1867558" y="2236470"/>
                      <a:pt x="1203103" y="2236470"/>
                    </a:cubicBezTo>
                    <a:cubicBezTo>
                      <a:pt x="538647" y="2236470"/>
                      <a:pt x="0" y="1735819"/>
                      <a:pt x="0" y="1118235"/>
                    </a:cubicBezTo>
                    <a:cubicBezTo>
                      <a:pt x="0" y="500651"/>
                      <a:pt x="538647" y="0"/>
                      <a:pt x="1203103" y="0"/>
                    </a:cubicBezTo>
                    <a:cubicBezTo>
                      <a:pt x="1867558" y="0"/>
                      <a:pt x="2406205" y="500651"/>
                      <a:pt x="2406205" y="1118235"/>
                    </a:cubicBezTo>
                    <a:close/>
                  </a:path>
                </a:pathLst>
              </a:custGeom>
              <a:solidFill>
                <a:srgbClr val="FFE592"/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grpSp>
            <p:nvGrpSpPr>
              <p:cNvPr id="42" name="Group 42"/>
              <p:cNvGrpSpPr/>
              <p:nvPr/>
            </p:nvGrpSpPr>
            <p:grpSpPr>
              <a:xfrm>
                <a:off x="377571" y="2105025"/>
                <a:ext cx="5613296" cy="4707350"/>
                <a:chOff x="377571" y="2105025"/>
                <a:chExt cx="5613296" cy="4707350"/>
              </a:xfrm>
              <a:solidFill>
                <a:srgbClr val="FFCB48"/>
              </a:solidFill>
            </p:grpSpPr>
            <p:sp>
              <p:nvSpPr>
                <p:cNvPr id="43" name="Freeform 43"/>
                <p:cNvSpPr/>
                <p:nvPr/>
              </p:nvSpPr>
              <p:spPr>
                <a:xfrm>
                  <a:off x="377571" y="2105025"/>
                  <a:ext cx="1482090" cy="13483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2090" h="1348359">
                      <a:moveTo>
                        <a:pt x="1482090" y="674180"/>
                      </a:moveTo>
                      <a:cubicBezTo>
                        <a:pt x="1482090" y="1046519"/>
                        <a:pt x="1150313" y="1348359"/>
                        <a:pt x="741045" y="1348359"/>
                      </a:cubicBezTo>
                      <a:cubicBezTo>
                        <a:pt x="331777" y="1348359"/>
                        <a:pt x="0" y="1046519"/>
                        <a:pt x="0" y="674180"/>
                      </a:cubicBezTo>
                      <a:cubicBezTo>
                        <a:pt x="0" y="301840"/>
                        <a:pt x="331777" y="0"/>
                        <a:pt x="741045" y="0"/>
                      </a:cubicBezTo>
                      <a:cubicBezTo>
                        <a:pt x="1150313" y="0"/>
                        <a:pt x="1482090" y="301840"/>
                        <a:pt x="1482090" y="674180"/>
                      </a:cubicBezTo>
                      <a:close/>
                    </a:path>
                  </a:pathLst>
                </a:custGeom>
                <a:solidFill>
                  <a:srgbClr val="FFCB48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44" name="Freeform 44"/>
                <p:cNvSpPr/>
                <p:nvPr/>
              </p:nvSpPr>
              <p:spPr>
                <a:xfrm>
                  <a:off x="912399" y="3318031"/>
                  <a:ext cx="5078467" cy="34943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78467" h="3494343">
                      <a:moveTo>
                        <a:pt x="149447" y="8193"/>
                      </a:moveTo>
                      <a:cubicBezTo>
                        <a:pt x="149447" y="52294"/>
                        <a:pt x="595503" y="635415"/>
                        <a:pt x="1153001" y="272988"/>
                      </a:cubicBezTo>
                      <a:cubicBezTo>
                        <a:pt x="1710500" y="-89438"/>
                        <a:pt x="2379535" y="-173067"/>
                        <a:pt x="2421350" y="537783"/>
                      </a:cubicBezTo>
                      <a:cubicBezTo>
                        <a:pt x="2463165" y="1248634"/>
                        <a:pt x="2783777" y="1429799"/>
                        <a:pt x="2895219" y="1151003"/>
                      </a:cubicBezTo>
                      <a:cubicBezTo>
                        <a:pt x="3006757" y="872206"/>
                        <a:pt x="3427667" y="861824"/>
                        <a:pt x="3433572" y="1165957"/>
                      </a:cubicBezTo>
                      <a:cubicBezTo>
                        <a:pt x="3439382" y="1470090"/>
                        <a:pt x="3221927" y="1956341"/>
                        <a:pt x="3646265" y="1978725"/>
                      </a:cubicBezTo>
                      <a:cubicBezTo>
                        <a:pt x="4070509" y="2001014"/>
                        <a:pt x="4271486" y="1606583"/>
                        <a:pt x="4532090" y="1904335"/>
                      </a:cubicBezTo>
                      <a:cubicBezTo>
                        <a:pt x="4792599" y="2202087"/>
                        <a:pt x="4152424" y="2015968"/>
                        <a:pt x="4293870" y="2388205"/>
                      </a:cubicBezTo>
                      <a:cubicBezTo>
                        <a:pt x="4435317" y="2760347"/>
                        <a:pt x="4577429" y="2850739"/>
                        <a:pt x="4853274" y="2988661"/>
                      </a:cubicBezTo>
                      <a:cubicBezTo>
                        <a:pt x="5129118" y="3126583"/>
                        <a:pt x="5073968" y="3494343"/>
                        <a:pt x="5073968" y="3494343"/>
                      </a:cubicBezTo>
                      <a:lnTo>
                        <a:pt x="0" y="3494343"/>
                      </a:lnTo>
                      <a:cubicBezTo>
                        <a:pt x="0" y="3494343"/>
                        <a:pt x="149447" y="-19334"/>
                        <a:pt x="149447" y="8193"/>
                      </a:cubicBezTo>
                      <a:close/>
                    </a:path>
                  </a:pathLst>
                </a:custGeom>
                <a:solidFill>
                  <a:srgbClr val="FFCB48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45" name="Freeform 45"/>
                <p:cNvSpPr/>
                <p:nvPr/>
              </p:nvSpPr>
              <p:spPr>
                <a:xfrm>
                  <a:off x="5342477" y="4379976"/>
                  <a:ext cx="300799" cy="3190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799" h="319087">
                      <a:moveTo>
                        <a:pt x="300799" y="159544"/>
                      </a:moveTo>
                      <a:cubicBezTo>
                        <a:pt x="300799" y="247657"/>
                        <a:pt x="233463" y="319087"/>
                        <a:pt x="150400" y="319087"/>
                      </a:cubicBezTo>
                      <a:cubicBezTo>
                        <a:pt x="67336" y="319087"/>
                        <a:pt x="0" y="247657"/>
                        <a:pt x="0" y="159544"/>
                      </a:cubicBezTo>
                      <a:cubicBezTo>
                        <a:pt x="0" y="71430"/>
                        <a:pt x="67336" y="0"/>
                        <a:pt x="150400" y="0"/>
                      </a:cubicBezTo>
                      <a:cubicBezTo>
                        <a:pt x="233463" y="0"/>
                        <a:pt x="300799" y="71430"/>
                        <a:pt x="300799" y="159544"/>
                      </a:cubicBezTo>
                      <a:close/>
                    </a:path>
                  </a:pathLst>
                </a:custGeom>
                <a:solidFill>
                  <a:srgbClr val="FFCB48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 fontScale="85000" lnSpcReduction="20000"/>
                </a:bodyPr>
                <a:lstStyle/>
                <a:p>
                  <a:pPr marL="0" algn="l"/>
                  <a:endParaRPr/>
                </a:p>
              </p:txBody>
            </p:sp>
          </p:grpSp>
          <p:grpSp>
            <p:nvGrpSpPr>
              <p:cNvPr id="46" name="Group 46"/>
              <p:cNvGrpSpPr/>
              <p:nvPr/>
            </p:nvGrpSpPr>
            <p:grpSpPr>
              <a:xfrm>
                <a:off x="2435076" y="5916549"/>
                <a:ext cx="3350122" cy="927068"/>
                <a:chOff x="2435076" y="5916549"/>
                <a:chExt cx="3350122" cy="927068"/>
              </a:xfrm>
            </p:grpSpPr>
            <p:grpSp>
              <p:nvGrpSpPr>
                <p:cNvPr id="47" name="Group 47"/>
                <p:cNvGrpSpPr/>
                <p:nvPr/>
              </p:nvGrpSpPr>
              <p:grpSpPr>
                <a:xfrm>
                  <a:off x="2435076" y="5916549"/>
                  <a:ext cx="3350122" cy="927068"/>
                  <a:chOff x="2435076" y="5916549"/>
                  <a:chExt cx="3350122" cy="927068"/>
                </a:xfrm>
              </p:grpSpPr>
              <p:sp>
                <p:nvSpPr>
                  <p:cNvPr id="48" name="Freeform 48"/>
                  <p:cNvSpPr/>
                  <p:nvPr/>
                </p:nvSpPr>
                <p:spPr>
                  <a:xfrm>
                    <a:off x="2435076" y="5916549"/>
                    <a:ext cx="3350122" cy="9270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50122" h="927068">
                        <a:moveTo>
                          <a:pt x="3350122" y="866585"/>
                        </a:moveTo>
                        <a:cubicBezTo>
                          <a:pt x="3350122" y="883253"/>
                          <a:pt x="3343265" y="898398"/>
                          <a:pt x="3332406" y="909352"/>
                        </a:cubicBezTo>
                        <a:cubicBezTo>
                          <a:pt x="3321357" y="920210"/>
                          <a:pt x="3306308" y="927068"/>
                          <a:pt x="3289639" y="927068"/>
                        </a:cubicBezTo>
                        <a:lnTo>
                          <a:pt x="191728" y="927068"/>
                        </a:lnTo>
                        <a:cubicBezTo>
                          <a:pt x="-239660" y="418529"/>
                          <a:pt x="191728" y="0"/>
                          <a:pt x="191728" y="0"/>
                        </a:cubicBezTo>
                        <a:lnTo>
                          <a:pt x="3289544" y="0"/>
                        </a:lnTo>
                        <a:cubicBezTo>
                          <a:pt x="3322881" y="0"/>
                          <a:pt x="3350122" y="27146"/>
                          <a:pt x="3350122" y="60579"/>
                        </a:cubicBezTo>
                        <a:cubicBezTo>
                          <a:pt x="3350122" y="77248"/>
                          <a:pt x="3343265" y="92488"/>
                          <a:pt x="3332406" y="103346"/>
                        </a:cubicBezTo>
                        <a:cubicBezTo>
                          <a:pt x="3321357" y="114205"/>
                          <a:pt x="3306308" y="121063"/>
                          <a:pt x="3289639" y="121063"/>
                        </a:cubicBezTo>
                        <a:lnTo>
                          <a:pt x="246592" y="121063"/>
                        </a:lnTo>
                        <a:cubicBezTo>
                          <a:pt x="216302" y="159829"/>
                          <a:pt x="169630" y="228981"/>
                          <a:pt x="142769" y="317945"/>
                        </a:cubicBezTo>
                        <a:cubicBezTo>
                          <a:pt x="93239" y="481394"/>
                          <a:pt x="129244" y="645414"/>
                          <a:pt x="249926" y="806005"/>
                        </a:cubicBezTo>
                        <a:lnTo>
                          <a:pt x="3289639" y="806005"/>
                        </a:lnTo>
                        <a:cubicBezTo>
                          <a:pt x="3322976" y="806005"/>
                          <a:pt x="3350122" y="833056"/>
                          <a:pt x="3350122" y="866585"/>
                        </a:cubicBezTo>
                        <a:close/>
                      </a:path>
                    </a:pathLst>
                  </a:custGeom>
                  <a:solidFill>
                    <a:srgbClr val="FF8886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49" name="Freeform 49"/>
                  <p:cNvSpPr/>
                  <p:nvPr/>
                </p:nvSpPr>
                <p:spPr>
                  <a:xfrm>
                    <a:off x="2556331" y="6037707"/>
                    <a:ext cx="3049226" cy="6848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49226" h="684847">
                        <a:moveTo>
                          <a:pt x="3049226" y="0"/>
                        </a:moveTo>
                        <a:lnTo>
                          <a:pt x="3049226" y="684847"/>
                        </a:lnTo>
                        <a:lnTo>
                          <a:pt x="128671" y="684847"/>
                        </a:lnTo>
                        <a:cubicBezTo>
                          <a:pt x="8084" y="524256"/>
                          <a:pt x="-28015" y="360331"/>
                          <a:pt x="21515" y="196882"/>
                        </a:cubicBezTo>
                        <a:cubicBezTo>
                          <a:pt x="48470" y="108013"/>
                          <a:pt x="94952" y="38767"/>
                          <a:pt x="125432" y="95"/>
                        </a:cubicBezTo>
                        <a:lnTo>
                          <a:pt x="3049226" y="95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</p:grpSp>
            <p:sp>
              <p:nvSpPr>
                <p:cNvPr id="50" name="Freeform 50"/>
                <p:cNvSpPr/>
                <p:nvPr/>
              </p:nvSpPr>
              <p:spPr>
                <a:xfrm>
                  <a:off x="3237166" y="6248209"/>
                  <a:ext cx="2121979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979" h="9525">
                      <a:moveTo>
                        <a:pt x="2121980" y="0"/>
                      </a:moveTo>
                      <a:lnTo>
                        <a:pt x="0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51" name="Freeform 51"/>
                <p:cNvSpPr/>
                <p:nvPr/>
              </p:nvSpPr>
              <p:spPr>
                <a:xfrm>
                  <a:off x="3990117" y="6372987"/>
                  <a:ext cx="1357026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57026" h="9525">
                      <a:moveTo>
                        <a:pt x="0" y="0"/>
                      </a:moveTo>
                      <a:lnTo>
                        <a:pt x="1357027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52" name="Freeform 52"/>
                <p:cNvSpPr/>
                <p:nvPr/>
              </p:nvSpPr>
              <p:spPr>
                <a:xfrm>
                  <a:off x="2849975" y="6592443"/>
                  <a:ext cx="263480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34805" h="9525">
                      <a:moveTo>
                        <a:pt x="2634806" y="0"/>
                      </a:moveTo>
                      <a:lnTo>
                        <a:pt x="0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53" name="Freeform 53"/>
                <p:cNvSpPr/>
                <p:nvPr/>
              </p:nvSpPr>
              <p:spPr>
                <a:xfrm>
                  <a:off x="3217735" y="6237065"/>
                  <a:ext cx="328041" cy="2558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8041" h="255841">
                      <a:moveTo>
                        <a:pt x="328041" y="255842"/>
                      </a:moveTo>
                      <a:lnTo>
                        <a:pt x="194405" y="190119"/>
                      </a:lnTo>
                      <a:lnTo>
                        <a:pt x="94964" y="255842"/>
                      </a:lnTo>
                      <a:lnTo>
                        <a:pt x="0" y="0"/>
                      </a:lnTo>
                      <a:lnTo>
                        <a:pt x="233077" y="0"/>
                      </a:lnTo>
                      <a:close/>
                    </a:path>
                  </a:pathLst>
                </a:custGeom>
                <a:solidFill>
                  <a:srgbClr val="0C1A44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 fontScale="55000" lnSpcReduction="20000"/>
                </a:bodyPr>
                <a:lstStyle/>
                <a:p>
                  <a:pPr marL="0" algn="l"/>
                  <a:endParaRPr/>
                </a:p>
              </p:txBody>
            </p:sp>
          </p:grpSp>
          <p:grpSp>
            <p:nvGrpSpPr>
              <p:cNvPr id="54" name="Group 54"/>
              <p:cNvGrpSpPr/>
              <p:nvPr/>
            </p:nvGrpSpPr>
            <p:grpSpPr>
              <a:xfrm>
                <a:off x="2624020" y="4861325"/>
                <a:ext cx="2975250" cy="1038848"/>
                <a:chOff x="2624020" y="4861325"/>
                <a:chExt cx="2975250" cy="1038848"/>
              </a:xfrm>
            </p:grpSpPr>
            <p:sp>
              <p:nvSpPr>
                <p:cNvPr id="55" name="Freeform 55"/>
                <p:cNvSpPr/>
                <p:nvPr/>
              </p:nvSpPr>
              <p:spPr>
                <a:xfrm rot="-4846898">
                  <a:off x="2624020" y="4861325"/>
                  <a:ext cx="1038621" cy="1038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8621" h="1038621">
                      <a:moveTo>
                        <a:pt x="1038622" y="519311"/>
                      </a:moveTo>
                      <a:cubicBezTo>
                        <a:pt x="1038622" y="806119"/>
                        <a:pt x="806118" y="1038622"/>
                        <a:pt x="519311" y="1038622"/>
                      </a:cubicBezTo>
                      <a:cubicBezTo>
                        <a:pt x="232503" y="1038622"/>
                        <a:pt x="0" y="806119"/>
                        <a:pt x="0" y="519311"/>
                      </a:cubicBezTo>
                      <a:cubicBezTo>
                        <a:pt x="0" y="232504"/>
                        <a:pt x="232503" y="0"/>
                        <a:pt x="519311" y="0"/>
                      </a:cubicBezTo>
                      <a:cubicBezTo>
                        <a:pt x="806118" y="0"/>
                        <a:pt x="1038622" y="232504"/>
                        <a:pt x="1038622" y="519311"/>
                      </a:cubicBezTo>
                      <a:close/>
                    </a:path>
                  </a:pathLst>
                </a:custGeom>
                <a:noFill/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56" name="Freeform 56"/>
                <p:cNvSpPr/>
                <p:nvPr/>
              </p:nvSpPr>
              <p:spPr>
                <a:xfrm rot="-4644133">
                  <a:off x="3938815" y="4861594"/>
                  <a:ext cx="1038579" cy="10385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8579" h="1038579">
                      <a:moveTo>
                        <a:pt x="1038579" y="519290"/>
                      </a:moveTo>
                      <a:cubicBezTo>
                        <a:pt x="1038579" y="806086"/>
                        <a:pt x="806085" y="1038579"/>
                        <a:pt x="519290" y="1038579"/>
                      </a:cubicBezTo>
                      <a:cubicBezTo>
                        <a:pt x="232494" y="1038579"/>
                        <a:pt x="0" y="806086"/>
                        <a:pt x="0" y="519290"/>
                      </a:cubicBezTo>
                      <a:cubicBezTo>
                        <a:pt x="0" y="232494"/>
                        <a:pt x="232494" y="0"/>
                        <a:pt x="519290" y="0"/>
                      </a:cubicBezTo>
                      <a:cubicBezTo>
                        <a:pt x="806085" y="0"/>
                        <a:pt x="1038579" y="232494"/>
                        <a:pt x="1038579" y="519290"/>
                      </a:cubicBezTo>
                      <a:close/>
                    </a:path>
                  </a:pathLst>
                </a:custGeom>
                <a:noFill/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57" name="Freeform 57"/>
                <p:cNvSpPr/>
                <p:nvPr/>
              </p:nvSpPr>
              <p:spPr>
                <a:xfrm>
                  <a:off x="3662553" y="5380577"/>
                  <a:ext cx="27632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6320" h="9525">
                      <a:moveTo>
                        <a:pt x="0" y="0"/>
                      </a:moveTo>
                      <a:lnTo>
                        <a:pt x="276320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58" name="Freeform 58"/>
                <p:cNvSpPr/>
                <p:nvPr/>
              </p:nvSpPr>
              <p:spPr>
                <a:xfrm>
                  <a:off x="2625566" y="5423916"/>
                  <a:ext cx="1784413" cy="476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4413" h="476059">
                      <a:moveTo>
                        <a:pt x="0" y="0"/>
                      </a:moveTo>
                      <a:lnTo>
                        <a:pt x="1667161" y="94964"/>
                      </a:lnTo>
                      <a:cubicBezTo>
                        <a:pt x="1732979" y="98679"/>
                        <a:pt x="1784414" y="153162"/>
                        <a:pt x="1784414" y="219170"/>
                      </a:cubicBezTo>
                      <a:lnTo>
                        <a:pt x="1784414" y="476060"/>
                      </a:lnTo>
                    </a:path>
                  </a:pathLst>
                </a:custGeom>
                <a:noFill/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59" name="Freeform 59"/>
                <p:cNvSpPr/>
                <p:nvPr/>
              </p:nvSpPr>
              <p:spPr>
                <a:xfrm>
                  <a:off x="4980432" y="5469159"/>
                  <a:ext cx="618838" cy="4307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8838" h="430720">
                      <a:moveTo>
                        <a:pt x="0" y="0"/>
                      </a:moveTo>
                      <a:lnTo>
                        <a:pt x="501586" y="49625"/>
                      </a:lnTo>
                      <a:cubicBezTo>
                        <a:pt x="567404" y="53340"/>
                        <a:pt x="618839" y="107823"/>
                        <a:pt x="618839" y="173831"/>
                      </a:cubicBezTo>
                      <a:lnTo>
                        <a:pt x="618839" y="430721"/>
                      </a:lnTo>
                    </a:path>
                  </a:pathLst>
                </a:custGeom>
                <a:noFill/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</p:grpSp>
          <p:grpSp>
            <p:nvGrpSpPr>
              <p:cNvPr id="60" name="Group 60"/>
              <p:cNvGrpSpPr/>
              <p:nvPr/>
            </p:nvGrpSpPr>
            <p:grpSpPr>
              <a:xfrm>
                <a:off x="1593913" y="3974306"/>
                <a:ext cx="625887" cy="2884265"/>
                <a:chOff x="1593913" y="3974306"/>
                <a:chExt cx="625887" cy="2884265"/>
              </a:xfrm>
            </p:grpSpPr>
            <p:sp>
              <p:nvSpPr>
                <p:cNvPr id="61" name="Freeform 61"/>
                <p:cNvSpPr/>
                <p:nvPr/>
              </p:nvSpPr>
              <p:spPr>
                <a:xfrm>
                  <a:off x="1593913" y="3974306"/>
                  <a:ext cx="625887" cy="28842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5887" h="2884265">
                      <a:moveTo>
                        <a:pt x="0" y="0"/>
                      </a:moveTo>
                      <a:lnTo>
                        <a:pt x="625888" y="0"/>
                      </a:lnTo>
                      <a:lnTo>
                        <a:pt x="625888" y="2884265"/>
                      </a:lnTo>
                      <a:lnTo>
                        <a:pt x="0" y="2884265"/>
                      </a:lnTo>
                      <a:close/>
                    </a:path>
                  </a:pathLst>
                </a:custGeom>
                <a:solidFill>
                  <a:srgbClr val="FF5900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62" name="Freeform 62"/>
                <p:cNvSpPr/>
                <p:nvPr/>
              </p:nvSpPr>
              <p:spPr>
                <a:xfrm>
                  <a:off x="1778698" y="4233672"/>
                  <a:ext cx="214693" cy="24127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693" h="2412777">
                      <a:moveTo>
                        <a:pt x="0" y="0"/>
                      </a:moveTo>
                      <a:lnTo>
                        <a:pt x="214693" y="0"/>
                      </a:lnTo>
                      <a:lnTo>
                        <a:pt x="214693" y="2412778"/>
                      </a:lnTo>
                      <a:lnTo>
                        <a:pt x="0" y="2412778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</p:grpSp>
          <p:grpSp>
            <p:nvGrpSpPr>
              <p:cNvPr id="63" name="Group 63"/>
              <p:cNvGrpSpPr/>
              <p:nvPr/>
            </p:nvGrpSpPr>
            <p:grpSpPr>
              <a:xfrm>
                <a:off x="0" y="3109817"/>
                <a:ext cx="625792" cy="3748754"/>
                <a:chOff x="0" y="3109817"/>
                <a:chExt cx="625792" cy="3748754"/>
              </a:xfrm>
            </p:grpSpPr>
            <p:sp>
              <p:nvSpPr>
                <p:cNvPr id="64" name="Freeform 64"/>
                <p:cNvSpPr/>
                <p:nvPr/>
              </p:nvSpPr>
              <p:spPr>
                <a:xfrm>
                  <a:off x="0" y="3109817"/>
                  <a:ext cx="625792" cy="37487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5792" h="3748754">
                      <a:moveTo>
                        <a:pt x="0" y="0"/>
                      </a:moveTo>
                      <a:lnTo>
                        <a:pt x="625793" y="0"/>
                      </a:lnTo>
                      <a:lnTo>
                        <a:pt x="625793" y="3748754"/>
                      </a:lnTo>
                      <a:lnTo>
                        <a:pt x="0" y="3748754"/>
                      </a:lnTo>
                      <a:close/>
                    </a:path>
                  </a:pathLst>
                </a:custGeom>
                <a:solidFill>
                  <a:srgbClr val="FF8886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grpSp>
              <p:nvGrpSpPr>
                <p:cNvPr id="65" name="Group 65"/>
                <p:cNvGrpSpPr/>
                <p:nvPr/>
              </p:nvGrpSpPr>
              <p:grpSpPr>
                <a:xfrm>
                  <a:off x="0" y="3306413"/>
                  <a:ext cx="625792" cy="283083"/>
                  <a:chOff x="0" y="3306413"/>
                  <a:chExt cx="625792" cy="283083"/>
                </a:xfrm>
                <a:solidFill>
                  <a:srgbClr val="FFFFFF"/>
                </a:solidFill>
              </p:grpSpPr>
              <p:sp>
                <p:nvSpPr>
                  <p:cNvPr id="66" name="Freeform 66"/>
                  <p:cNvSpPr/>
                  <p:nvPr/>
                </p:nvSpPr>
                <p:spPr>
                  <a:xfrm>
                    <a:off x="0" y="3306413"/>
                    <a:ext cx="625792" cy="1100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5792" h="110013">
                        <a:moveTo>
                          <a:pt x="0" y="0"/>
                        </a:moveTo>
                        <a:lnTo>
                          <a:pt x="625793" y="0"/>
                        </a:lnTo>
                        <a:lnTo>
                          <a:pt x="625793" y="110014"/>
                        </a:lnTo>
                        <a:lnTo>
                          <a:pt x="0" y="11001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 fontScale="25000" lnSpcReduction="20000"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67" name="Freeform 67"/>
                  <p:cNvSpPr/>
                  <p:nvPr/>
                </p:nvSpPr>
                <p:spPr>
                  <a:xfrm>
                    <a:off x="0" y="3479482"/>
                    <a:ext cx="625792" cy="1100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5792" h="110013">
                        <a:moveTo>
                          <a:pt x="0" y="0"/>
                        </a:moveTo>
                        <a:lnTo>
                          <a:pt x="625793" y="0"/>
                        </a:lnTo>
                        <a:lnTo>
                          <a:pt x="625793" y="110014"/>
                        </a:lnTo>
                        <a:lnTo>
                          <a:pt x="0" y="11001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 fontScale="25000" lnSpcReduction="20000"/>
                  </a:bodyPr>
                  <a:lstStyle/>
                  <a:p>
                    <a:pPr marL="0" algn="l"/>
                    <a:endParaRPr/>
                  </a:p>
                </p:txBody>
              </p:sp>
            </p:grpSp>
            <p:grpSp>
              <p:nvGrpSpPr>
                <p:cNvPr id="68" name="Group 68"/>
                <p:cNvGrpSpPr/>
                <p:nvPr/>
              </p:nvGrpSpPr>
              <p:grpSpPr>
                <a:xfrm>
                  <a:off x="0" y="6376130"/>
                  <a:ext cx="625792" cy="283178"/>
                  <a:chOff x="0" y="6376130"/>
                  <a:chExt cx="625792" cy="283178"/>
                </a:xfrm>
                <a:solidFill>
                  <a:srgbClr val="FFFFFF"/>
                </a:solidFill>
              </p:grpSpPr>
              <p:sp>
                <p:nvSpPr>
                  <p:cNvPr id="69" name="Freeform 69"/>
                  <p:cNvSpPr/>
                  <p:nvPr/>
                </p:nvSpPr>
                <p:spPr>
                  <a:xfrm>
                    <a:off x="0" y="6376130"/>
                    <a:ext cx="625792" cy="1100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5792" h="110013">
                        <a:moveTo>
                          <a:pt x="0" y="0"/>
                        </a:moveTo>
                        <a:lnTo>
                          <a:pt x="625793" y="0"/>
                        </a:lnTo>
                        <a:lnTo>
                          <a:pt x="625793" y="110014"/>
                        </a:lnTo>
                        <a:lnTo>
                          <a:pt x="0" y="11001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 fontScale="25000" lnSpcReduction="20000"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70" name="Freeform 70"/>
                  <p:cNvSpPr/>
                  <p:nvPr/>
                </p:nvSpPr>
                <p:spPr>
                  <a:xfrm>
                    <a:off x="0" y="6549294"/>
                    <a:ext cx="625792" cy="1100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5792" h="110013">
                        <a:moveTo>
                          <a:pt x="0" y="0"/>
                        </a:moveTo>
                        <a:lnTo>
                          <a:pt x="625793" y="0"/>
                        </a:lnTo>
                        <a:lnTo>
                          <a:pt x="625793" y="110014"/>
                        </a:lnTo>
                        <a:lnTo>
                          <a:pt x="0" y="11001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 fontScale="25000" lnSpcReduction="20000"/>
                  </a:bodyPr>
                  <a:lstStyle/>
                  <a:p>
                    <a:pPr marL="0" algn="l"/>
                    <a:endParaRPr/>
                  </a:p>
                </p:txBody>
              </p:sp>
            </p:grpSp>
            <p:sp>
              <p:nvSpPr>
                <p:cNvPr id="71" name="Freeform 71"/>
                <p:cNvSpPr/>
                <p:nvPr/>
              </p:nvSpPr>
              <p:spPr>
                <a:xfrm>
                  <a:off x="301847" y="3864483"/>
                  <a:ext cx="25812" cy="21809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12" h="2180939">
                      <a:moveTo>
                        <a:pt x="0" y="0"/>
                      </a:moveTo>
                      <a:lnTo>
                        <a:pt x="25813" y="2180939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</p:grpSp>
          <p:grpSp>
            <p:nvGrpSpPr>
              <p:cNvPr id="72" name="Group 72"/>
              <p:cNvGrpSpPr/>
              <p:nvPr/>
            </p:nvGrpSpPr>
            <p:grpSpPr>
              <a:xfrm>
                <a:off x="592836" y="3114389"/>
                <a:ext cx="1004506" cy="3739229"/>
                <a:chOff x="592836" y="3114389"/>
                <a:chExt cx="1004506" cy="3739229"/>
              </a:xfrm>
            </p:grpSpPr>
            <p:sp>
              <p:nvSpPr>
                <p:cNvPr id="73" name="Freeform 73"/>
                <p:cNvSpPr/>
                <p:nvPr/>
              </p:nvSpPr>
              <p:spPr>
                <a:xfrm>
                  <a:off x="592836" y="3114389"/>
                  <a:ext cx="1004506" cy="37392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4506" h="3739229">
                      <a:moveTo>
                        <a:pt x="0" y="0"/>
                      </a:moveTo>
                      <a:lnTo>
                        <a:pt x="1004507" y="0"/>
                      </a:lnTo>
                      <a:lnTo>
                        <a:pt x="1004507" y="3739229"/>
                      </a:lnTo>
                      <a:lnTo>
                        <a:pt x="0" y="3739229"/>
                      </a:lnTo>
                      <a:close/>
                    </a:path>
                  </a:pathLst>
                </a:custGeom>
                <a:solidFill>
                  <a:srgbClr val="1B3276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74" name="Freeform 74"/>
                <p:cNvSpPr/>
                <p:nvPr/>
              </p:nvSpPr>
              <p:spPr>
                <a:xfrm>
                  <a:off x="974502" y="3673411"/>
                  <a:ext cx="206502" cy="26052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502" h="2605278">
                      <a:moveTo>
                        <a:pt x="0" y="0"/>
                      </a:moveTo>
                      <a:lnTo>
                        <a:pt x="206502" y="0"/>
                      </a:lnTo>
                      <a:lnTo>
                        <a:pt x="206502" y="2605278"/>
                      </a:lnTo>
                      <a:lnTo>
                        <a:pt x="0" y="260527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75" name="Freeform 75"/>
                <p:cNvSpPr/>
                <p:nvPr/>
              </p:nvSpPr>
              <p:spPr>
                <a:xfrm>
                  <a:off x="592836" y="3114389"/>
                  <a:ext cx="1004506" cy="4714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4506" h="471487">
                      <a:moveTo>
                        <a:pt x="0" y="0"/>
                      </a:moveTo>
                      <a:lnTo>
                        <a:pt x="1004507" y="0"/>
                      </a:lnTo>
                      <a:lnTo>
                        <a:pt x="1004507" y="471488"/>
                      </a:lnTo>
                      <a:lnTo>
                        <a:pt x="0" y="471488"/>
                      </a:lnTo>
                      <a:close/>
                    </a:path>
                  </a:pathLst>
                </a:custGeom>
                <a:solidFill>
                  <a:srgbClr val="284499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76" name="Freeform 76"/>
                <p:cNvSpPr/>
                <p:nvPr/>
              </p:nvSpPr>
              <p:spPr>
                <a:xfrm>
                  <a:off x="592836" y="6380130"/>
                  <a:ext cx="1004506" cy="4734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4506" h="473487">
                      <a:moveTo>
                        <a:pt x="0" y="0"/>
                      </a:moveTo>
                      <a:lnTo>
                        <a:pt x="1004507" y="0"/>
                      </a:lnTo>
                      <a:lnTo>
                        <a:pt x="1004507" y="473488"/>
                      </a:lnTo>
                      <a:lnTo>
                        <a:pt x="0" y="473488"/>
                      </a:lnTo>
                      <a:close/>
                    </a:path>
                  </a:pathLst>
                </a:custGeom>
                <a:solidFill>
                  <a:srgbClr val="284499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</p:grpSp>
          <p:grpSp>
            <p:nvGrpSpPr>
              <p:cNvPr id="77" name="Group 77"/>
              <p:cNvGrpSpPr/>
              <p:nvPr/>
            </p:nvGrpSpPr>
            <p:grpSpPr>
              <a:xfrm>
                <a:off x="2051994" y="2856190"/>
                <a:ext cx="3637121" cy="897445"/>
                <a:chOff x="2051994" y="2856190"/>
                <a:chExt cx="3637121" cy="897445"/>
              </a:xfrm>
              <a:solidFill>
                <a:srgbClr val="FFFFFF"/>
              </a:solidFill>
            </p:grpSpPr>
            <p:sp>
              <p:nvSpPr>
                <p:cNvPr id="78" name="Freeform 78"/>
                <p:cNvSpPr/>
                <p:nvPr/>
              </p:nvSpPr>
              <p:spPr>
                <a:xfrm>
                  <a:off x="2051994" y="2856190"/>
                  <a:ext cx="341233" cy="3412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1233" h="341233">
                      <a:moveTo>
                        <a:pt x="14073" y="189333"/>
                      </a:moveTo>
                      <a:cubicBezTo>
                        <a:pt x="95607" y="213241"/>
                        <a:pt x="127992" y="245626"/>
                        <a:pt x="151900" y="327160"/>
                      </a:cubicBezTo>
                      <a:cubicBezTo>
                        <a:pt x="157424" y="345924"/>
                        <a:pt x="183809" y="345924"/>
                        <a:pt x="189333" y="327160"/>
                      </a:cubicBezTo>
                      <a:cubicBezTo>
                        <a:pt x="213241" y="245626"/>
                        <a:pt x="245626" y="213241"/>
                        <a:pt x="327160" y="189333"/>
                      </a:cubicBezTo>
                      <a:cubicBezTo>
                        <a:pt x="345924" y="183809"/>
                        <a:pt x="345924" y="157424"/>
                        <a:pt x="327160" y="151900"/>
                      </a:cubicBezTo>
                      <a:cubicBezTo>
                        <a:pt x="245626" y="127992"/>
                        <a:pt x="213241" y="95607"/>
                        <a:pt x="189333" y="14073"/>
                      </a:cubicBezTo>
                      <a:cubicBezTo>
                        <a:pt x="183809" y="-4691"/>
                        <a:pt x="157424" y="-4691"/>
                        <a:pt x="151900" y="14073"/>
                      </a:cubicBezTo>
                      <a:cubicBezTo>
                        <a:pt x="127992" y="95607"/>
                        <a:pt x="95607" y="127992"/>
                        <a:pt x="14073" y="151900"/>
                      </a:cubicBezTo>
                      <a:cubicBezTo>
                        <a:pt x="-4691" y="157424"/>
                        <a:pt x="-4691" y="183809"/>
                        <a:pt x="14073" y="18933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 fontScale="92500" lnSpcReduction="20000"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79" name="Freeform 79"/>
                <p:cNvSpPr/>
                <p:nvPr/>
              </p:nvSpPr>
              <p:spPr>
                <a:xfrm>
                  <a:off x="5462087" y="3526607"/>
                  <a:ext cx="227028" cy="2270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7028" h="227028">
                      <a:moveTo>
                        <a:pt x="9358" y="125944"/>
                      </a:moveTo>
                      <a:cubicBezTo>
                        <a:pt x="63556" y="141851"/>
                        <a:pt x="85178" y="163378"/>
                        <a:pt x="101084" y="217670"/>
                      </a:cubicBezTo>
                      <a:cubicBezTo>
                        <a:pt x="104704" y="230148"/>
                        <a:pt x="122325" y="230148"/>
                        <a:pt x="125944" y="217670"/>
                      </a:cubicBezTo>
                      <a:cubicBezTo>
                        <a:pt x="141851" y="163473"/>
                        <a:pt x="163377" y="141851"/>
                        <a:pt x="217670" y="125944"/>
                      </a:cubicBezTo>
                      <a:cubicBezTo>
                        <a:pt x="230148" y="122325"/>
                        <a:pt x="230148" y="104704"/>
                        <a:pt x="217670" y="101084"/>
                      </a:cubicBezTo>
                      <a:cubicBezTo>
                        <a:pt x="163473" y="85177"/>
                        <a:pt x="141851" y="63651"/>
                        <a:pt x="125944" y="9358"/>
                      </a:cubicBezTo>
                      <a:cubicBezTo>
                        <a:pt x="122325" y="-3119"/>
                        <a:pt x="104704" y="-3119"/>
                        <a:pt x="101084" y="9358"/>
                      </a:cubicBezTo>
                      <a:cubicBezTo>
                        <a:pt x="85178" y="63556"/>
                        <a:pt x="63651" y="85177"/>
                        <a:pt x="9358" y="101084"/>
                      </a:cubicBezTo>
                      <a:cubicBezTo>
                        <a:pt x="-3119" y="104799"/>
                        <a:pt x="-3119" y="122325"/>
                        <a:pt x="9358" y="12594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 fontScale="40000" lnSpcReduction="20000"/>
                </a:bodyPr>
                <a:lstStyle/>
                <a:p>
                  <a:pPr marL="0" algn="l"/>
                  <a:endParaRPr/>
                </a:p>
              </p:txBody>
            </p:sp>
          </p:grpSp>
          <p:sp>
            <p:nvSpPr>
              <p:cNvPr id="80" name="Freeform 80"/>
              <p:cNvSpPr/>
              <p:nvPr/>
            </p:nvSpPr>
            <p:spPr>
              <a:xfrm>
                <a:off x="4192996" y="3254702"/>
                <a:ext cx="918219" cy="942076"/>
              </a:xfrm>
              <a:custGeom>
                <a:avLst/>
                <a:gdLst/>
                <a:ahLst/>
                <a:cxnLst/>
                <a:rect l="l" t="t" r="r" b="b"/>
                <a:pathLst>
                  <a:path w="918219" h="942076">
                    <a:moveTo>
                      <a:pt x="344713" y="8944"/>
                    </a:moveTo>
                    <a:lnTo>
                      <a:pt x="544834" y="187442"/>
                    </a:lnTo>
                    <a:cubicBezTo>
                      <a:pt x="553501" y="195157"/>
                      <a:pt x="565312" y="198110"/>
                      <a:pt x="576552" y="195348"/>
                    </a:cubicBezTo>
                    <a:lnTo>
                      <a:pt x="836965" y="131721"/>
                    </a:lnTo>
                    <a:cubicBezTo>
                      <a:pt x="865254" y="124768"/>
                      <a:pt x="889162" y="153343"/>
                      <a:pt x="877447" y="180013"/>
                    </a:cubicBezTo>
                    <a:lnTo>
                      <a:pt x="769528" y="425472"/>
                    </a:lnTo>
                    <a:cubicBezTo>
                      <a:pt x="764861" y="436044"/>
                      <a:pt x="765718" y="448236"/>
                      <a:pt x="771814" y="458047"/>
                    </a:cubicBezTo>
                    <a:lnTo>
                      <a:pt x="912879" y="686076"/>
                    </a:lnTo>
                    <a:cubicBezTo>
                      <a:pt x="928215" y="710841"/>
                      <a:pt x="908498" y="742369"/>
                      <a:pt x="879447" y="739511"/>
                    </a:cubicBezTo>
                    <a:lnTo>
                      <a:pt x="612652" y="712746"/>
                    </a:lnTo>
                    <a:cubicBezTo>
                      <a:pt x="601126" y="711603"/>
                      <a:pt x="589792" y="716175"/>
                      <a:pt x="582362" y="725033"/>
                    </a:cubicBezTo>
                    <a:lnTo>
                      <a:pt x="409102" y="929630"/>
                    </a:lnTo>
                    <a:cubicBezTo>
                      <a:pt x="390243" y="951823"/>
                      <a:pt x="354143" y="942870"/>
                      <a:pt x="347952" y="914390"/>
                    </a:cubicBezTo>
                    <a:lnTo>
                      <a:pt x="290992" y="652357"/>
                    </a:lnTo>
                    <a:cubicBezTo>
                      <a:pt x="288516" y="641023"/>
                      <a:pt x="280705" y="631688"/>
                      <a:pt x="269942" y="627307"/>
                    </a:cubicBezTo>
                    <a:lnTo>
                      <a:pt x="21816" y="525675"/>
                    </a:lnTo>
                    <a:cubicBezTo>
                      <a:pt x="-5140" y="514626"/>
                      <a:pt x="-7712" y="477478"/>
                      <a:pt x="17434" y="462810"/>
                    </a:cubicBezTo>
                    <a:lnTo>
                      <a:pt x="248987" y="327650"/>
                    </a:lnTo>
                    <a:cubicBezTo>
                      <a:pt x="258988" y="321840"/>
                      <a:pt x="265465" y="311457"/>
                      <a:pt x="266323" y="299932"/>
                    </a:cubicBezTo>
                    <a:lnTo>
                      <a:pt x="286230" y="32566"/>
                    </a:lnTo>
                    <a:cubicBezTo>
                      <a:pt x="288516" y="3514"/>
                      <a:pt x="322996" y="-10392"/>
                      <a:pt x="344713" y="8944"/>
                    </a:cubicBezTo>
                    <a:close/>
                  </a:path>
                </a:pathLst>
              </a:custGeom>
              <a:noFill/>
              <a:ln w="19050" cap="flat">
                <a:solidFill>
                  <a:srgbClr val="FFFFFF"/>
                </a:solidFill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81" name="Freeform 81"/>
              <p:cNvSpPr/>
              <p:nvPr/>
            </p:nvSpPr>
            <p:spPr>
              <a:xfrm>
                <a:off x="2573924" y="2400014"/>
                <a:ext cx="494489" cy="1314545"/>
              </a:xfrm>
              <a:custGeom>
                <a:avLst/>
                <a:gdLst/>
                <a:ahLst/>
                <a:cxnLst/>
                <a:rect l="l" t="t" r="r" b="b"/>
                <a:pathLst>
                  <a:path w="494489" h="1314545">
                    <a:moveTo>
                      <a:pt x="217091" y="0"/>
                    </a:moveTo>
                    <a:cubicBezTo>
                      <a:pt x="733537" y="224600"/>
                      <a:pt x="425308" y="828104"/>
                      <a:pt x="126128" y="859917"/>
                    </a:cubicBezTo>
                    <a:cubicBezTo>
                      <a:pt x="-173053" y="891731"/>
                      <a:pt x="128128" y="444151"/>
                      <a:pt x="327677" y="856679"/>
                    </a:cubicBezTo>
                    <a:cubicBezTo>
                      <a:pt x="449406" y="1108234"/>
                      <a:pt x="254239" y="1314545"/>
                      <a:pt x="254239" y="1314545"/>
                    </a:cubicBezTo>
                  </a:path>
                </a:pathLst>
              </a:custGeom>
              <a:noFill/>
              <a:ln w="19050" cap="flat">
                <a:solidFill>
                  <a:srgbClr val="FFFFFF"/>
                </a:solidFill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82" name="Freeform 82"/>
              <p:cNvSpPr/>
              <p:nvPr/>
            </p:nvSpPr>
            <p:spPr>
              <a:xfrm>
                <a:off x="2833592" y="3809809"/>
                <a:ext cx="917878" cy="566356"/>
              </a:xfrm>
              <a:custGeom>
                <a:avLst/>
                <a:gdLst/>
                <a:ahLst/>
                <a:cxnLst/>
                <a:rect l="l" t="t" r="r" b="b"/>
                <a:pathLst>
                  <a:path w="917878" h="566356">
                    <a:moveTo>
                      <a:pt x="0" y="566357"/>
                    </a:moveTo>
                    <a:cubicBezTo>
                      <a:pt x="6191" y="547878"/>
                      <a:pt x="116967" y="0"/>
                      <a:pt x="560165" y="0"/>
                    </a:cubicBezTo>
                    <a:cubicBezTo>
                      <a:pt x="1003363" y="0"/>
                      <a:pt x="966502" y="369380"/>
                      <a:pt x="812578" y="320135"/>
                    </a:cubicBezTo>
                  </a:path>
                </a:pathLst>
              </a:custGeom>
              <a:noFill/>
              <a:ln w="19050" cap="flat">
                <a:solidFill>
                  <a:srgbClr val="FFFFFF"/>
                </a:solidFill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</p:grpSp>
      </p:grpSp>
      <p:sp>
        <p:nvSpPr>
          <p:cNvPr id="83" name="AutoShape 83"/>
          <p:cNvSpPr>
            <a:spLocks noGrp="1"/>
          </p:cNvSpPr>
          <p:nvPr>
            <p:ph type="title"/>
          </p:nvPr>
        </p:nvSpPr>
        <p:spPr>
          <a:xfrm>
            <a:off x="660399" y="1163301"/>
            <a:ext cx="10858500" cy="2649655"/>
          </a:xfrm>
          <a:prstGeom prst="rect">
            <a:avLst/>
          </a:prstGeom>
        </p:spPr>
        <p:txBody>
          <a:bodyPr vert="horz" wrap="square" lIns="91440" tIns="45720" rIns="91440" bIns="45720" anchor="b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7200" b="1" i="0" u="none" baseline="0">
                <a:solidFill>
                  <a:srgbClr val="000000"/>
                </a:solidFill>
                <a:latin typeface="Arial"/>
                <a:ea typeface="Arial"/>
              </a:rPr>
              <a:t>Click to add title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C717">
                <a:lumMod val="40000"/>
                <a:lumOff val="60000"/>
              </a:srgbClr>
            </a:gs>
            <a:gs pos="100000">
              <a:srgbClr val="FFC717">
                <a:alpha val="0"/>
                <a:lumMod val="20000"/>
                <a:lumOff val="80000"/>
              </a:srgbClr>
            </a:gs>
          </a:gsLst>
          <a:lin ang="162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833806" y="4992914"/>
            <a:ext cx="10358194" cy="1865086"/>
          </a:xfrm>
          <a:custGeom>
            <a:avLst/>
            <a:gdLst/>
            <a:ahLst/>
            <a:cxnLst/>
            <a:rect l="l" t="t" r="r" b="b"/>
            <a:pathLst>
              <a:path w="7753350" h="3032718">
                <a:moveTo>
                  <a:pt x="3524250" y="2228850"/>
                </a:moveTo>
                <a:cubicBezTo>
                  <a:pt x="1696022" y="3831146"/>
                  <a:pt x="0" y="2543175"/>
                  <a:pt x="0" y="2543175"/>
                </a:cubicBezTo>
                <a:lnTo>
                  <a:pt x="0" y="0"/>
                </a:lnTo>
                <a:lnTo>
                  <a:pt x="7753350" y="0"/>
                </a:lnTo>
                <a:cubicBezTo>
                  <a:pt x="7753350" y="0"/>
                  <a:pt x="6067425" y="0"/>
                  <a:pt x="3524250" y="2228850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3" name="Freeform 3"/>
          <p:cNvSpPr/>
          <p:nvPr/>
        </p:nvSpPr>
        <p:spPr>
          <a:xfrm flipH="1" flipV="1">
            <a:off x="0" y="5568683"/>
            <a:ext cx="3729839" cy="1160730"/>
          </a:xfrm>
          <a:custGeom>
            <a:avLst/>
            <a:gdLst/>
            <a:ahLst/>
            <a:cxnLst/>
            <a:rect l="l" t="t" r="r" b="b"/>
            <a:pathLst>
              <a:path w="2791872" h="1160730">
                <a:moveTo>
                  <a:pt x="2791873" y="1160731"/>
                </a:moveTo>
                <a:lnTo>
                  <a:pt x="2579656" y="938131"/>
                </a:lnTo>
                <a:cubicBezTo>
                  <a:pt x="2108169" y="443593"/>
                  <a:pt x="1447419" y="174703"/>
                  <a:pt x="764667" y="199468"/>
                </a:cubicBezTo>
                <a:lnTo>
                  <a:pt x="0" y="227281"/>
                </a:lnTo>
                <a:lnTo>
                  <a:pt x="668845" y="70309"/>
                </a:lnTo>
                <a:cubicBezTo>
                  <a:pt x="1333976" y="-85711"/>
                  <a:pt x="2033588" y="20112"/>
                  <a:pt x="2622709" y="366060"/>
                </a:cubicBezTo>
                <a:lnTo>
                  <a:pt x="2791873" y="465406"/>
                </a:lnTo>
                <a:lnTo>
                  <a:pt x="2791873" y="1160731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 baseline="0">
                <a:solidFill>
                  <a:srgbClr val="000000"/>
                </a:solidFill>
                <a:latin typeface="Arial"/>
                <a:ea typeface="Arial"/>
              </a:rPr>
              <a:t>Click to add title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anchor="t">
            <a:normAutofit/>
          </a:bodyPr>
          <a:lstStyle/>
          <a:p>
            <a:pPr marL="228600" indent="-228600" algn="l">
              <a:lnSpc>
                <a:spcPct val="120000"/>
              </a:lnSpc>
              <a:spcBef>
                <a:spcPts val="1000"/>
              </a:spcBef>
              <a:buNone/>
            </a:pPr>
            <a:r>
              <a:rPr lang="en-US" sz="1800" b="0" i="0" u="none" baseline="0">
                <a:solidFill>
                  <a:srgbClr val="000000"/>
                </a:solidFill>
                <a:latin typeface="Arial"/>
                <a:ea typeface="Arial"/>
              </a:rPr>
              <a:t>Click to add text</a:t>
            </a:r>
          </a:p>
          <a:p>
            <a:pPr marL="685800" lvl="1" indent="-228600" algn="l">
              <a:lnSpc>
                <a:spcPct val="120000"/>
              </a:lnSpc>
              <a:spcBef>
                <a:spcPts val="500"/>
              </a:spcBef>
              <a:buNone/>
            </a:pPr>
            <a:r>
              <a:rPr lang="en-US" sz="1600" b="0" i="0" u="none" baseline="0">
                <a:solidFill>
                  <a:srgbClr val="000000"/>
                </a:solidFill>
                <a:latin typeface="Arial"/>
                <a:ea typeface="Arial"/>
              </a:rPr>
              <a:t>Second level</a:t>
            </a:r>
          </a:p>
          <a:p>
            <a:pPr marL="1143000" lvl="2" indent="-228600" algn="l">
              <a:lnSpc>
                <a:spcPct val="120000"/>
              </a:lnSpc>
              <a:spcBef>
                <a:spcPts val="500"/>
              </a:spcBef>
              <a:buNone/>
            </a:pPr>
            <a:r>
              <a:rPr lang="en-US" sz="1400" b="0" i="0" u="none" baseline="0">
                <a:solidFill>
                  <a:srgbClr val="000000"/>
                </a:solidFill>
                <a:latin typeface="Arial"/>
                <a:ea typeface="Arial"/>
              </a:rPr>
              <a:t>Third level</a:t>
            </a:r>
          </a:p>
          <a:p>
            <a:pPr marL="1600200" lvl="3" indent="-228600" algn="l">
              <a:lnSpc>
                <a:spcPct val="120000"/>
              </a:lnSpc>
              <a:spcBef>
                <a:spcPts val="500"/>
              </a:spcBef>
              <a:buNone/>
            </a:pPr>
            <a:r>
              <a:rPr lang="en-US" sz="1200" b="0" i="0" u="none" baseline="0">
                <a:solidFill>
                  <a:srgbClr val="000000"/>
                </a:solidFill>
                <a:latin typeface="Arial"/>
                <a:ea typeface="Arial"/>
              </a:rPr>
              <a:t>Fourth level</a:t>
            </a:r>
          </a:p>
          <a:p>
            <a:pPr marL="2057400" lvl="4" indent="-228600" algn="l">
              <a:lnSpc>
                <a:spcPct val="120000"/>
              </a:lnSpc>
              <a:spcBef>
                <a:spcPts val="500"/>
              </a:spcBef>
              <a:buNone/>
            </a:pPr>
            <a:r>
              <a:rPr lang="en-US" sz="1200" b="0" i="0" u="none" baseline="0">
                <a:solidFill>
                  <a:srgbClr val="000000"/>
                </a:solidFill>
                <a:latin typeface="Arial"/>
                <a:ea typeface="Arial"/>
              </a:rPr>
              <a:t>Fifth level</a:t>
            </a:r>
          </a:p>
        </p:txBody>
      </p:sp>
      <p:sp>
        <p:nvSpPr>
          <p:cNvPr id="6" name="AutoShape 6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7" name="AutoShape 7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8" name="AutoShape 8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fld id="{3386411A-70EE-422D-B97C-F56BEE3FF077}" type="slidenum">
              <a:rPr lang="en-US" sz="1800" b="0" i="0" u="none" baseline="0">
                <a:solidFill>
                  <a:srgbClr val="000000"/>
                </a:solidFill>
                <a:latin typeface="Arial"/>
                <a:ea typeface="Arial"/>
              </a:rPr>
              <a:t>‹#›</a:t>
            </a:fld>
            <a:endParaRPr lang="en-US" sz="1800" b="0" i="0" u="none" baseline="0">
              <a:solidFill>
                <a:srgbClr val="000000"/>
              </a:solidFill>
              <a:latin typeface="Arial"/>
              <a:ea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ctrTitle"/>
          </p:nvPr>
        </p:nvSpPr>
        <p:spPr>
          <a:xfrm>
            <a:off x="685800" y="1676400"/>
            <a:ext cx="10858500" cy="2174216"/>
          </a:xfrm>
        </p:spPr>
        <p:txBody>
          <a:bodyPr vert="horz" lIns="91440" tIns="45720" rIns="91440" bIns="45720" anchor="b">
            <a:norm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altLang="zh-CN" sz="4800" b="1" i="0" u="none" baseline="0" dirty="0" smtClean="0">
                <a:solidFill>
                  <a:srgbClr val="000000"/>
                </a:solidFill>
                <a:latin typeface="微软雅黑"/>
                <a:ea typeface="微软雅黑"/>
              </a:rPr>
              <a:t>PYTHON</a:t>
            </a:r>
            <a:r>
              <a:rPr lang="en-US" altLang="zh-CN" sz="4800" b="1" i="0" u="none" dirty="0" smtClean="0">
                <a:solidFill>
                  <a:srgbClr val="000000"/>
                </a:solidFill>
                <a:latin typeface="微软雅黑"/>
                <a:ea typeface="微软雅黑"/>
              </a:rPr>
              <a:t> </a:t>
            </a:r>
            <a:br>
              <a:rPr lang="en-US" altLang="zh-CN" sz="4800" b="1" i="0" u="none" dirty="0" smtClean="0">
                <a:solidFill>
                  <a:srgbClr val="000000"/>
                </a:solidFill>
                <a:latin typeface="微软雅黑"/>
                <a:ea typeface="微软雅黑"/>
              </a:rPr>
            </a:br>
            <a:r>
              <a:rPr lang="en-US" altLang="zh-CN" sz="4800" b="1" i="0" u="none" dirty="0" smtClean="0">
                <a:solidFill>
                  <a:srgbClr val="000000"/>
                </a:solidFill>
                <a:latin typeface="微软雅黑"/>
                <a:ea typeface="微软雅黑"/>
              </a:rPr>
              <a:t>FILE HANDLING</a:t>
            </a:r>
            <a:endParaRPr lang="zh-CN" altLang="en-US" sz="4800" b="1" i="0" u="none" baseline="0" dirty="0">
              <a:solidFill>
                <a:srgbClr val="000000"/>
              </a:solidFill>
              <a:latin typeface="微软雅黑"/>
              <a:ea typeface="微软雅黑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subTitle" sz="quarter" idx="1"/>
          </p:nvPr>
        </p:nvSpPr>
        <p:spPr>
          <a:xfrm>
            <a:off x="812799" y="4090939"/>
            <a:ext cx="10858500" cy="818697"/>
          </a:xfrm>
        </p:spPr>
        <p:txBody>
          <a:bodyPr vert="horz" lIns="91440" tIns="45720" rIns="91440" bIns="45720" anchor="t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altLang="zh-CN" sz="20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ELIJAH ABOLAJI</a:t>
            </a:r>
            <a:endParaRPr lang="zh-CN" altLang="en-US" sz="2000" b="0" i="0" u="none" baseline="0" dirty="0">
              <a:solidFill>
                <a:srgbClr val="000000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0402" y="2687736"/>
            <a:ext cx="10858498" cy="923330"/>
          </a:xfrm>
        </p:spPr>
        <p:txBody>
          <a:bodyPr vert="horz" lIns="91440" tIns="45720" rIns="91440" b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altLang="zh-CN" sz="5400" b="1" i="0" u="none" baseline="0" dirty="0" smtClean="0">
                <a:solidFill>
                  <a:srgbClr val="000000"/>
                </a:solidFill>
                <a:latin typeface="微软雅黑"/>
                <a:ea typeface="微软雅黑"/>
              </a:rPr>
              <a:t>Open() function</a:t>
            </a:r>
            <a:endParaRPr lang="zh-CN" altLang="en-US" sz="5400" b="1" i="0" u="none" baseline="0" dirty="0">
              <a:solidFill>
                <a:srgbClr val="000000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C717">
                <a:lumMod val="40000"/>
                <a:lumOff val="60000"/>
              </a:srgbClr>
            </a:gs>
            <a:gs pos="100000">
              <a:srgbClr val="FFC717">
                <a:alpha val="0"/>
                <a:lumMod val="20000"/>
                <a:lumOff val="80000"/>
              </a:srgbClr>
            </a:gs>
          </a:gsLst>
          <a:lin ang="162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2800" b="1" i="0" u="none" baseline="0" dirty="0" smtClean="0">
                <a:solidFill>
                  <a:srgbClr val="000000"/>
                </a:solidFill>
                <a:latin typeface="微软雅黑"/>
                <a:ea typeface="微软雅黑"/>
              </a:rPr>
              <a:t>Open()</a:t>
            </a:r>
            <a:endParaRPr lang="zh-CN" altLang="en-US" sz="2800" b="1" i="0" u="none" baseline="0" dirty="0">
              <a:solidFill>
                <a:srgbClr val="000000"/>
              </a:solidFill>
              <a:latin typeface="微软雅黑"/>
              <a:ea typeface="微软雅黑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1500555" y="5673109"/>
            <a:ext cx="195080" cy="195080"/>
          </a:xfrm>
          <a:prstGeom prst="rect">
            <a:avLst/>
          </a:prstGeom>
          <a:gradFill>
            <a:gsLst>
              <a:gs pos="0">
                <a:srgbClr val="FF9A2C">
                  <a:lumMod val="60000"/>
                  <a:lumOff val="40000"/>
                </a:srgbClr>
              </a:gs>
              <a:gs pos="50000">
                <a:srgbClr val="FF9A2C"/>
              </a:gs>
            </a:gsLst>
            <a:lin ang="2700000"/>
          </a:gradFill>
        </p:spPr>
        <p:txBody>
          <a:bodyPr vert="horz" wrap="square" lIns="91440" tIns="45720" rIns="91440" bIns="45720" anchor="ctr">
            <a:prstTxWarp prst="textNoShape">
              <a:avLst/>
            </a:prstTxWarp>
            <a:normAutofit fontScale="40000" lnSpcReduction="20000"/>
          </a:bodyPr>
          <a:lstStyle/>
          <a:p>
            <a:pPr marL="0" algn="ctr"/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914399" y="1131767"/>
            <a:ext cx="7176321" cy="830997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>
            <a:defPPr>
              <a:defRPr lang="en-US"/>
            </a:defPPr>
            <a:lvl1pPr>
              <a:defRPr sz="1400">
                <a:latin typeface="Microsoft YaHei" pitchFamily="34" charset="-122"/>
                <a:ea typeface="Microsoft YaHei" pitchFamily="34" charset="-122"/>
              </a:defRPr>
            </a:lvl1pPr>
          </a:lstStyle>
          <a:p>
            <a:r>
              <a:rPr lang="en-US" sz="1600" dirty="0"/>
              <a:t>The key function for working with files in Python is the </a:t>
            </a:r>
            <a:r>
              <a:rPr lang="en-US" sz="1600" b="1" dirty="0"/>
              <a:t>open() </a:t>
            </a:r>
            <a:r>
              <a:rPr lang="en-US" sz="1600" dirty="0"/>
              <a:t>function.</a:t>
            </a:r>
          </a:p>
          <a:p>
            <a:r>
              <a:rPr lang="en-US" sz="1600" dirty="0"/>
              <a:t>The open() function takes two parameters; filename, and mode.</a:t>
            </a:r>
          </a:p>
          <a:p>
            <a:r>
              <a:rPr lang="en-US" sz="1600" dirty="0"/>
              <a:t>There are four different methods (modes) for opening a </a:t>
            </a:r>
            <a:r>
              <a:rPr lang="en-US" sz="1600" dirty="0" smtClean="0"/>
              <a:t>file</a:t>
            </a:r>
            <a:endParaRPr lang="en-US" sz="1600" dirty="0"/>
          </a:p>
        </p:txBody>
      </p:sp>
      <p:sp>
        <p:nvSpPr>
          <p:cNvPr id="10" name="TextBox 10"/>
          <p:cNvSpPr txBox="1"/>
          <p:nvPr/>
        </p:nvSpPr>
        <p:spPr>
          <a:xfrm>
            <a:off x="1295400" y="5939926"/>
            <a:ext cx="5467759" cy="307777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>
            <a:defPPr>
              <a:defRPr lang="en-US"/>
            </a:defPPr>
            <a:lvl1pPr>
              <a:defRPr sz="1400">
                <a:latin typeface="Microsoft YaHei" pitchFamily="34" charset="-122"/>
                <a:ea typeface="Microsoft YaHei" pitchFamily="34" charset="-122"/>
              </a:defRPr>
            </a:lvl1pPr>
          </a:lstStyle>
          <a:p>
            <a:r>
              <a:rPr lang="en-US" dirty="0" smtClean="0"/>
              <a:t>File = open(“</a:t>
            </a:r>
            <a:r>
              <a:rPr lang="en-US" dirty="0" err="1" smtClean="0"/>
              <a:t>file_path.extension</a:t>
            </a:r>
            <a:r>
              <a:rPr lang="en-US" dirty="0" smtClean="0"/>
              <a:t>”)</a:t>
            </a:r>
            <a:endParaRPr lang="en-US" b="1" dirty="0"/>
          </a:p>
        </p:txBody>
      </p:sp>
      <p:sp>
        <p:nvSpPr>
          <p:cNvPr id="11" name="TextBox 11"/>
          <p:cNvSpPr txBox="1"/>
          <p:nvPr/>
        </p:nvSpPr>
        <p:spPr>
          <a:xfrm>
            <a:off x="1769089" y="5601372"/>
            <a:ext cx="5466939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1600" b="1" i="0" u="none" baseline="0" dirty="0" smtClean="0">
                <a:solidFill>
                  <a:srgbClr val="000000"/>
                </a:solidFill>
                <a:latin typeface="+mn-ea"/>
                <a:ea typeface="+mn-ea"/>
              </a:rPr>
              <a:t>SYNTAX</a:t>
            </a:r>
            <a:endParaRPr lang="en-US" sz="1100" dirty="0"/>
          </a:p>
        </p:txBody>
      </p:sp>
      <p:sp>
        <p:nvSpPr>
          <p:cNvPr id="12" name="Freeform 12"/>
          <p:cNvSpPr/>
          <p:nvPr/>
        </p:nvSpPr>
        <p:spPr>
          <a:xfrm>
            <a:off x="8058490" y="2356670"/>
            <a:ext cx="2566021" cy="3879030"/>
          </a:xfrm>
          <a:custGeom>
            <a:avLst/>
            <a:gdLst/>
            <a:ahLst/>
            <a:cxnLst/>
            <a:rect l="l" t="t" r="r" b="b"/>
            <a:pathLst>
              <a:path w="689" h="1041">
                <a:moveTo>
                  <a:pt x="534" y="591"/>
                </a:moveTo>
                <a:cubicBezTo>
                  <a:pt x="537" y="590"/>
                  <a:pt x="597" y="559"/>
                  <a:pt x="667" y="589"/>
                </a:cubicBezTo>
                <a:cubicBezTo>
                  <a:pt x="667" y="589"/>
                  <a:pt x="587" y="584"/>
                  <a:pt x="509" y="634"/>
                </a:cubicBezTo>
                <a:cubicBezTo>
                  <a:pt x="493" y="644"/>
                  <a:pt x="477" y="657"/>
                  <a:pt x="462" y="672"/>
                </a:cubicBezTo>
                <a:cubicBezTo>
                  <a:pt x="442" y="692"/>
                  <a:pt x="423" y="718"/>
                  <a:pt x="407" y="750"/>
                </a:cubicBezTo>
                <a:cubicBezTo>
                  <a:pt x="401" y="762"/>
                  <a:pt x="395" y="775"/>
                  <a:pt x="390" y="788"/>
                </a:cubicBezTo>
                <a:cubicBezTo>
                  <a:pt x="390" y="788"/>
                  <a:pt x="374" y="851"/>
                  <a:pt x="381" y="961"/>
                </a:cubicBezTo>
                <a:cubicBezTo>
                  <a:pt x="381" y="961"/>
                  <a:pt x="381" y="970"/>
                  <a:pt x="383" y="983"/>
                </a:cubicBezTo>
                <a:cubicBezTo>
                  <a:pt x="383" y="983"/>
                  <a:pt x="383" y="983"/>
                  <a:pt x="383" y="983"/>
                </a:cubicBezTo>
                <a:cubicBezTo>
                  <a:pt x="387" y="1000"/>
                  <a:pt x="387" y="1026"/>
                  <a:pt x="411" y="1041"/>
                </a:cubicBezTo>
                <a:cubicBezTo>
                  <a:pt x="227" y="1041"/>
                  <a:pt x="227" y="1041"/>
                  <a:pt x="227" y="1041"/>
                </a:cubicBezTo>
                <a:cubicBezTo>
                  <a:pt x="227" y="1041"/>
                  <a:pt x="258" y="1034"/>
                  <a:pt x="266" y="968"/>
                </a:cubicBezTo>
                <a:cubicBezTo>
                  <a:pt x="266" y="968"/>
                  <a:pt x="266" y="968"/>
                  <a:pt x="266" y="968"/>
                </a:cubicBezTo>
                <a:cubicBezTo>
                  <a:pt x="267" y="935"/>
                  <a:pt x="270" y="901"/>
                  <a:pt x="274" y="866"/>
                </a:cubicBezTo>
                <a:cubicBezTo>
                  <a:pt x="289" y="744"/>
                  <a:pt x="247" y="642"/>
                  <a:pt x="196" y="596"/>
                </a:cubicBezTo>
                <a:cubicBezTo>
                  <a:pt x="192" y="592"/>
                  <a:pt x="188" y="589"/>
                  <a:pt x="184" y="586"/>
                </a:cubicBezTo>
                <a:cubicBezTo>
                  <a:pt x="134" y="551"/>
                  <a:pt x="73" y="547"/>
                  <a:pt x="19" y="496"/>
                </a:cubicBezTo>
                <a:cubicBezTo>
                  <a:pt x="13" y="489"/>
                  <a:pt x="6" y="482"/>
                  <a:pt x="0" y="473"/>
                </a:cubicBezTo>
                <a:cubicBezTo>
                  <a:pt x="1" y="474"/>
                  <a:pt x="9" y="482"/>
                  <a:pt x="23" y="490"/>
                </a:cubicBezTo>
                <a:cubicBezTo>
                  <a:pt x="23" y="490"/>
                  <a:pt x="23" y="490"/>
                  <a:pt x="23" y="490"/>
                </a:cubicBezTo>
                <a:cubicBezTo>
                  <a:pt x="37" y="499"/>
                  <a:pt x="57" y="509"/>
                  <a:pt x="82" y="516"/>
                </a:cubicBezTo>
                <a:cubicBezTo>
                  <a:pt x="103" y="522"/>
                  <a:pt x="126" y="526"/>
                  <a:pt x="154" y="527"/>
                </a:cubicBezTo>
                <a:cubicBezTo>
                  <a:pt x="154" y="527"/>
                  <a:pt x="137" y="509"/>
                  <a:pt x="120" y="479"/>
                </a:cubicBezTo>
                <a:cubicBezTo>
                  <a:pt x="114" y="470"/>
                  <a:pt x="108" y="459"/>
                  <a:pt x="103" y="447"/>
                </a:cubicBezTo>
                <a:cubicBezTo>
                  <a:pt x="94" y="429"/>
                  <a:pt x="86" y="408"/>
                  <a:pt x="81" y="386"/>
                </a:cubicBezTo>
                <a:cubicBezTo>
                  <a:pt x="77" y="372"/>
                  <a:pt x="74" y="356"/>
                  <a:pt x="73" y="340"/>
                </a:cubicBezTo>
                <a:cubicBezTo>
                  <a:pt x="72" y="332"/>
                  <a:pt x="72" y="323"/>
                  <a:pt x="72" y="314"/>
                </a:cubicBezTo>
                <a:cubicBezTo>
                  <a:pt x="73" y="303"/>
                  <a:pt x="74" y="291"/>
                  <a:pt x="76" y="280"/>
                </a:cubicBezTo>
                <a:cubicBezTo>
                  <a:pt x="76" y="280"/>
                  <a:pt x="76" y="290"/>
                  <a:pt x="79" y="305"/>
                </a:cubicBezTo>
                <a:cubicBezTo>
                  <a:pt x="80" y="311"/>
                  <a:pt x="82" y="316"/>
                  <a:pt x="83" y="323"/>
                </a:cubicBezTo>
                <a:cubicBezTo>
                  <a:pt x="89" y="346"/>
                  <a:pt x="98" y="377"/>
                  <a:pt x="115" y="406"/>
                </a:cubicBezTo>
                <a:cubicBezTo>
                  <a:pt x="120" y="416"/>
                  <a:pt x="126" y="426"/>
                  <a:pt x="133" y="435"/>
                </a:cubicBezTo>
                <a:cubicBezTo>
                  <a:pt x="139" y="442"/>
                  <a:pt x="145" y="450"/>
                  <a:pt x="151" y="458"/>
                </a:cubicBezTo>
                <a:cubicBezTo>
                  <a:pt x="151" y="458"/>
                  <a:pt x="151" y="458"/>
                  <a:pt x="151" y="458"/>
                </a:cubicBezTo>
                <a:cubicBezTo>
                  <a:pt x="153" y="460"/>
                  <a:pt x="155" y="462"/>
                  <a:pt x="157" y="465"/>
                </a:cubicBezTo>
                <a:cubicBezTo>
                  <a:pt x="171" y="482"/>
                  <a:pt x="187" y="500"/>
                  <a:pt x="203" y="518"/>
                </a:cubicBezTo>
                <a:cubicBezTo>
                  <a:pt x="203" y="518"/>
                  <a:pt x="203" y="518"/>
                  <a:pt x="203" y="518"/>
                </a:cubicBezTo>
                <a:cubicBezTo>
                  <a:pt x="216" y="534"/>
                  <a:pt x="230" y="550"/>
                  <a:pt x="243" y="567"/>
                </a:cubicBezTo>
                <a:cubicBezTo>
                  <a:pt x="270" y="601"/>
                  <a:pt x="293" y="637"/>
                  <a:pt x="303" y="671"/>
                </a:cubicBezTo>
                <a:cubicBezTo>
                  <a:pt x="303" y="671"/>
                  <a:pt x="317" y="642"/>
                  <a:pt x="332" y="594"/>
                </a:cubicBezTo>
                <a:cubicBezTo>
                  <a:pt x="333" y="593"/>
                  <a:pt x="333" y="593"/>
                  <a:pt x="333" y="592"/>
                </a:cubicBezTo>
                <a:cubicBezTo>
                  <a:pt x="342" y="565"/>
                  <a:pt x="351" y="532"/>
                  <a:pt x="359" y="494"/>
                </a:cubicBezTo>
                <a:cubicBezTo>
                  <a:pt x="359" y="491"/>
                  <a:pt x="360" y="489"/>
                  <a:pt x="360" y="486"/>
                </a:cubicBezTo>
                <a:cubicBezTo>
                  <a:pt x="361" y="484"/>
                  <a:pt x="361" y="482"/>
                  <a:pt x="361" y="481"/>
                </a:cubicBezTo>
                <a:cubicBezTo>
                  <a:pt x="364" y="468"/>
                  <a:pt x="366" y="454"/>
                  <a:pt x="368" y="440"/>
                </a:cubicBezTo>
                <a:cubicBezTo>
                  <a:pt x="369" y="436"/>
                  <a:pt x="369" y="431"/>
                  <a:pt x="370" y="427"/>
                </a:cubicBezTo>
                <a:cubicBezTo>
                  <a:pt x="373" y="400"/>
                  <a:pt x="375" y="371"/>
                  <a:pt x="376" y="342"/>
                </a:cubicBezTo>
                <a:cubicBezTo>
                  <a:pt x="376" y="337"/>
                  <a:pt x="376" y="332"/>
                  <a:pt x="376" y="327"/>
                </a:cubicBezTo>
                <a:cubicBezTo>
                  <a:pt x="376" y="314"/>
                  <a:pt x="376" y="301"/>
                  <a:pt x="375" y="288"/>
                </a:cubicBezTo>
                <a:cubicBezTo>
                  <a:pt x="375" y="287"/>
                  <a:pt x="375" y="287"/>
                  <a:pt x="375" y="287"/>
                </a:cubicBezTo>
                <a:cubicBezTo>
                  <a:pt x="375" y="281"/>
                  <a:pt x="374" y="276"/>
                  <a:pt x="374" y="270"/>
                </a:cubicBezTo>
                <a:cubicBezTo>
                  <a:pt x="374" y="270"/>
                  <a:pt x="374" y="270"/>
                  <a:pt x="374" y="270"/>
                </a:cubicBezTo>
                <a:cubicBezTo>
                  <a:pt x="374" y="265"/>
                  <a:pt x="373" y="261"/>
                  <a:pt x="373" y="257"/>
                </a:cubicBezTo>
                <a:cubicBezTo>
                  <a:pt x="372" y="243"/>
                  <a:pt x="370" y="229"/>
                  <a:pt x="368" y="215"/>
                </a:cubicBezTo>
                <a:cubicBezTo>
                  <a:pt x="367" y="207"/>
                  <a:pt x="365" y="199"/>
                  <a:pt x="364" y="191"/>
                </a:cubicBezTo>
                <a:cubicBezTo>
                  <a:pt x="363" y="190"/>
                  <a:pt x="363" y="189"/>
                  <a:pt x="363" y="188"/>
                </a:cubicBezTo>
                <a:cubicBezTo>
                  <a:pt x="363" y="188"/>
                  <a:pt x="363" y="188"/>
                  <a:pt x="363" y="188"/>
                </a:cubicBezTo>
                <a:cubicBezTo>
                  <a:pt x="362" y="181"/>
                  <a:pt x="360" y="173"/>
                  <a:pt x="358" y="165"/>
                </a:cubicBezTo>
                <a:cubicBezTo>
                  <a:pt x="352" y="139"/>
                  <a:pt x="344" y="113"/>
                  <a:pt x="334" y="86"/>
                </a:cubicBezTo>
                <a:cubicBezTo>
                  <a:pt x="332" y="80"/>
                  <a:pt x="330" y="74"/>
                  <a:pt x="327" y="67"/>
                </a:cubicBezTo>
                <a:cubicBezTo>
                  <a:pt x="323" y="57"/>
                  <a:pt x="319" y="48"/>
                  <a:pt x="314" y="38"/>
                </a:cubicBezTo>
                <a:cubicBezTo>
                  <a:pt x="308" y="25"/>
                  <a:pt x="302" y="12"/>
                  <a:pt x="295" y="0"/>
                </a:cubicBezTo>
                <a:cubicBezTo>
                  <a:pt x="296" y="1"/>
                  <a:pt x="310" y="14"/>
                  <a:pt x="328" y="39"/>
                </a:cubicBezTo>
                <a:cubicBezTo>
                  <a:pt x="334" y="47"/>
                  <a:pt x="340" y="56"/>
                  <a:pt x="346" y="66"/>
                </a:cubicBezTo>
                <a:cubicBezTo>
                  <a:pt x="346" y="66"/>
                  <a:pt x="346" y="66"/>
                  <a:pt x="346" y="66"/>
                </a:cubicBezTo>
                <a:cubicBezTo>
                  <a:pt x="359" y="87"/>
                  <a:pt x="373" y="114"/>
                  <a:pt x="386" y="146"/>
                </a:cubicBezTo>
                <a:cubicBezTo>
                  <a:pt x="392" y="163"/>
                  <a:pt x="398" y="181"/>
                  <a:pt x="404" y="201"/>
                </a:cubicBezTo>
                <a:cubicBezTo>
                  <a:pt x="406" y="210"/>
                  <a:pt x="408" y="218"/>
                  <a:pt x="410" y="228"/>
                </a:cubicBezTo>
                <a:cubicBezTo>
                  <a:pt x="410" y="228"/>
                  <a:pt x="410" y="228"/>
                  <a:pt x="410" y="228"/>
                </a:cubicBezTo>
                <a:cubicBezTo>
                  <a:pt x="412" y="238"/>
                  <a:pt x="414" y="248"/>
                  <a:pt x="416" y="259"/>
                </a:cubicBezTo>
                <a:cubicBezTo>
                  <a:pt x="420" y="281"/>
                  <a:pt x="423" y="305"/>
                  <a:pt x="424" y="331"/>
                </a:cubicBezTo>
                <a:cubicBezTo>
                  <a:pt x="424" y="340"/>
                  <a:pt x="425" y="350"/>
                  <a:pt x="425" y="361"/>
                </a:cubicBezTo>
                <a:cubicBezTo>
                  <a:pt x="425" y="370"/>
                  <a:pt x="425" y="379"/>
                  <a:pt x="425" y="389"/>
                </a:cubicBezTo>
                <a:cubicBezTo>
                  <a:pt x="425" y="389"/>
                  <a:pt x="429" y="381"/>
                  <a:pt x="437" y="370"/>
                </a:cubicBezTo>
                <a:cubicBezTo>
                  <a:pt x="442" y="362"/>
                  <a:pt x="449" y="353"/>
                  <a:pt x="457" y="344"/>
                </a:cubicBezTo>
                <a:cubicBezTo>
                  <a:pt x="467" y="331"/>
                  <a:pt x="478" y="317"/>
                  <a:pt x="491" y="306"/>
                </a:cubicBezTo>
                <a:cubicBezTo>
                  <a:pt x="495" y="302"/>
                  <a:pt x="501" y="297"/>
                  <a:pt x="506" y="291"/>
                </a:cubicBezTo>
                <a:cubicBezTo>
                  <a:pt x="511" y="286"/>
                  <a:pt x="515" y="281"/>
                  <a:pt x="520" y="275"/>
                </a:cubicBezTo>
                <a:cubicBezTo>
                  <a:pt x="528" y="265"/>
                  <a:pt x="537" y="253"/>
                  <a:pt x="546" y="239"/>
                </a:cubicBezTo>
                <a:cubicBezTo>
                  <a:pt x="546" y="239"/>
                  <a:pt x="546" y="239"/>
                  <a:pt x="546" y="239"/>
                </a:cubicBezTo>
                <a:cubicBezTo>
                  <a:pt x="551" y="231"/>
                  <a:pt x="556" y="222"/>
                  <a:pt x="561" y="213"/>
                </a:cubicBezTo>
                <a:cubicBezTo>
                  <a:pt x="575" y="186"/>
                  <a:pt x="588" y="153"/>
                  <a:pt x="599" y="113"/>
                </a:cubicBezTo>
                <a:cubicBezTo>
                  <a:pt x="602" y="101"/>
                  <a:pt x="605" y="88"/>
                  <a:pt x="608" y="74"/>
                </a:cubicBezTo>
                <a:cubicBezTo>
                  <a:pt x="608" y="74"/>
                  <a:pt x="611" y="91"/>
                  <a:pt x="608" y="120"/>
                </a:cubicBezTo>
                <a:cubicBezTo>
                  <a:pt x="608" y="123"/>
                  <a:pt x="607" y="127"/>
                  <a:pt x="607" y="131"/>
                </a:cubicBezTo>
                <a:cubicBezTo>
                  <a:pt x="607" y="131"/>
                  <a:pt x="607" y="131"/>
                  <a:pt x="607" y="131"/>
                </a:cubicBezTo>
                <a:cubicBezTo>
                  <a:pt x="606" y="137"/>
                  <a:pt x="605" y="143"/>
                  <a:pt x="604" y="150"/>
                </a:cubicBezTo>
                <a:cubicBezTo>
                  <a:pt x="600" y="174"/>
                  <a:pt x="592" y="203"/>
                  <a:pt x="578" y="235"/>
                </a:cubicBezTo>
                <a:cubicBezTo>
                  <a:pt x="574" y="244"/>
                  <a:pt x="570" y="253"/>
                  <a:pt x="566" y="262"/>
                </a:cubicBezTo>
                <a:cubicBezTo>
                  <a:pt x="563" y="268"/>
                  <a:pt x="560" y="274"/>
                  <a:pt x="556" y="280"/>
                </a:cubicBezTo>
                <a:cubicBezTo>
                  <a:pt x="553" y="286"/>
                  <a:pt x="550" y="291"/>
                  <a:pt x="547" y="297"/>
                </a:cubicBezTo>
                <a:cubicBezTo>
                  <a:pt x="544" y="302"/>
                  <a:pt x="541" y="306"/>
                  <a:pt x="538" y="311"/>
                </a:cubicBezTo>
                <a:cubicBezTo>
                  <a:pt x="521" y="337"/>
                  <a:pt x="508" y="359"/>
                  <a:pt x="496" y="376"/>
                </a:cubicBezTo>
                <a:cubicBezTo>
                  <a:pt x="493" y="379"/>
                  <a:pt x="491" y="383"/>
                  <a:pt x="489" y="386"/>
                </a:cubicBezTo>
                <a:cubicBezTo>
                  <a:pt x="448" y="446"/>
                  <a:pt x="439" y="449"/>
                  <a:pt x="427" y="479"/>
                </a:cubicBezTo>
                <a:cubicBezTo>
                  <a:pt x="427" y="479"/>
                  <a:pt x="426" y="483"/>
                  <a:pt x="425" y="489"/>
                </a:cubicBezTo>
                <a:cubicBezTo>
                  <a:pt x="425" y="492"/>
                  <a:pt x="424" y="497"/>
                  <a:pt x="423" y="501"/>
                </a:cubicBezTo>
                <a:cubicBezTo>
                  <a:pt x="419" y="526"/>
                  <a:pt x="411" y="568"/>
                  <a:pt x="406" y="605"/>
                </a:cubicBezTo>
                <a:cubicBezTo>
                  <a:pt x="401" y="635"/>
                  <a:pt x="397" y="663"/>
                  <a:pt x="396" y="677"/>
                </a:cubicBezTo>
                <a:cubicBezTo>
                  <a:pt x="396" y="677"/>
                  <a:pt x="444" y="624"/>
                  <a:pt x="496" y="584"/>
                </a:cubicBezTo>
                <a:cubicBezTo>
                  <a:pt x="502" y="579"/>
                  <a:pt x="509" y="574"/>
                  <a:pt x="515" y="570"/>
                </a:cubicBezTo>
                <a:cubicBezTo>
                  <a:pt x="545" y="548"/>
                  <a:pt x="581" y="519"/>
                  <a:pt x="614" y="485"/>
                </a:cubicBezTo>
                <a:cubicBezTo>
                  <a:pt x="615" y="485"/>
                  <a:pt x="615" y="484"/>
                  <a:pt x="616" y="483"/>
                </a:cubicBezTo>
                <a:cubicBezTo>
                  <a:pt x="644" y="454"/>
                  <a:pt x="669" y="422"/>
                  <a:pt x="685" y="390"/>
                </a:cubicBezTo>
                <a:cubicBezTo>
                  <a:pt x="686" y="387"/>
                  <a:pt x="688" y="385"/>
                  <a:pt x="689" y="383"/>
                </a:cubicBezTo>
                <a:cubicBezTo>
                  <a:pt x="689" y="383"/>
                  <a:pt x="688" y="386"/>
                  <a:pt x="686" y="390"/>
                </a:cubicBezTo>
                <a:cubicBezTo>
                  <a:pt x="681" y="406"/>
                  <a:pt x="665" y="444"/>
                  <a:pt x="632" y="490"/>
                </a:cubicBezTo>
                <a:cubicBezTo>
                  <a:pt x="631" y="490"/>
                  <a:pt x="631" y="491"/>
                  <a:pt x="630" y="492"/>
                </a:cubicBezTo>
                <a:cubicBezTo>
                  <a:pt x="607" y="523"/>
                  <a:pt x="576" y="558"/>
                  <a:pt x="534" y="591"/>
                </a:cubicBezTo>
                <a:close/>
              </a:path>
            </a:pathLst>
          </a:custGeom>
          <a:solidFill>
            <a:srgbClr val="FFC529"/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3" name="Freeform 13"/>
          <p:cNvSpPr/>
          <p:nvPr/>
        </p:nvSpPr>
        <p:spPr>
          <a:xfrm>
            <a:off x="8208481" y="3288929"/>
            <a:ext cx="1218399" cy="1220707"/>
          </a:xfrm>
          <a:custGeom>
            <a:avLst/>
            <a:gdLst/>
            <a:ahLst/>
            <a:cxnLst/>
            <a:rect l="l" t="t" r="r" b="b"/>
            <a:pathLst>
              <a:path w="327" h="328">
                <a:moveTo>
                  <a:pt x="323" y="198"/>
                </a:moveTo>
                <a:cubicBezTo>
                  <a:pt x="321" y="209"/>
                  <a:pt x="317" y="219"/>
                  <a:pt x="313" y="229"/>
                </a:cubicBezTo>
                <a:cubicBezTo>
                  <a:pt x="312" y="231"/>
                  <a:pt x="311" y="233"/>
                  <a:pt x="310" y="235"/>
                </a:cubicBezTo>
                <a:cubicBezTo>
                  <a:pt x="295" y="266"/>
                  <a:pt x="270" y="291"/>
                  <a:pt x="240" y="307"/>
                </a:cubicBezTo>
                <a:cubicBezTo>
                  <a:pt x="228" y="313"/>
                  <a:pt x="216" y="318"/>
                  <a:pt x="203" y="321"/>
                </a:cubicBezTo>
                <a:cubicBezTo>
                  <a:pt x="193" y="323"/>
                  <a:pt x="183" y="325"/>
                  <a:pt x="173" y="325"/>
                </a:cubicBezTo>
                <a:cubicBezTo>
                  <a:pt x="121" y="328"/>
                  <a:pt x="74" y="306"/>
                  <a:pt x="42" y="270"/>
                </a:cubicBezTo>
                <a:cubicBezTo>
                  <a:pt x="31" y="257"/>
                  <a:pt x="22" y="243"/>
                  <a:pt x="15" y="227"/>
                </a:cubicBezTo>
                <a:cubicBezTo>
                  <a:pt x="8" y="210"/>
                  <a:pt x="3" y="191"/>
                  <a:pt x="2" y="171"/>
                </a:cubicBezTo>
                <a:cubicBezTo>
                  <a:pt x="0" y="133"/>
                  <a:pt x="12" y="97"/>
                  <a:pt x="32" y="68"/>
                </a:cubicBezTo>
                <a:cubicBezTo>
                  <a:pt x="35" y="65"/>
                  <a:pt x="37" y="62"/>
                  <a:pt x="39" y="59"/>
                </a:cubicBezTo>
                <a:cubicBezTo>
                  <a:pt x="55" y="40"/>
                  <a:pt x="76" y="24"/>
                  <a:pt x="99" y="14"/>
                </a:cubicBezTo>
                <a:cubicBezTo>
                  <a:pt x="109" y="10"/>
                  <a:pt x="120" y="6"/>
                  <a:pt x="132" y="4"/>
                </a:cubicBezTo>
                <a:cubicBezTo>
                  <a:pt x="139" y="2"/>
                  <a:pt x="147" y="1"/>
                  <a:pt x="155" y="1"/>
                </a:cubicBezTo>
                <a:cubicBezTo>
                  <a:pt x="155" y="1"/>
                  <a:pt x="155" y="1"/>
                  <a:pt x="155" y="1"/>
                </a:cubicBezTo>
                <a:cubicBezTo>
                  <a:pt x="155" y="1"/>
                  <a:pt x="156" y="1"/>
                  <a:pt x="156" y="1"/>
                </a:cubicBezTo>
                <a:cubicBezTo>
                  <a:pt x="165" y="0"/>
                  <a:pt x="173" y="0"/>
                  <a:pt x="182" y="1"/>
                </a:cubicBezTo>
                <a:cubicBezTo>
                  <a:pt x="182" y="1"/>
                  <a:pt x="182" y="1"/>
                  <a:pt x="182" y="1"/>
                </a:cubicBezTo>
                <a:cubicBezTo>
                  <a:pt x="206" y="4"/>
                  <a:pt x="228" y="12"/>
                  <a:pt x="248" y="24"/>
                </a:cubicBezTo>
                <a:cubicBezTo>
                  <a:pt x="253" y="27"/>
                  <a:pt x="259" y="30"/>
                  <a:pt x="264" y="34"/>
                </a:cubicBezTo>
                <a:cubicBezTo>
                  <a:pt x="277" y="45"/>
                  <a:pt x="290" y="58"/>
                  <a:pt x="299" y="72"/>
                </a:cubicBezTo>
                <a:cubicBezTo>
                  <a:pt x="299" y="73"/>
                  <a:pt x="299" y="73"/>
                  <a:pt x="299" y="73"/>
                </a:cubicBezTo>
                <a:cubicBezTo>
                  <a:pt x="302" y="77"/>
                  <a:pt x="305" y="82"/>
                  <a:pt x="308" y="86"/>
                </a:cubicBezTo>
                <a:cubicBezTo>
                  <a:pt x="319" y="107"/>
                  <a:pt x="325" y="130"/>
                  <a:pt x="327" y="155"/>
                </a:cubicBezTo>
                <a:cubicBezTo>
                  <a:pt x="327" y="170"/>
                  <a:pt x="326" y="184"/>
                  <a:pt x="323" y="198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4" name="Freeform 14"/>
          <p:cNvSpPr/>
          <p:nvPr/>
        </p:nvSpPr>
        <p:spPr>
          <a:xfrm>
            <a:off x="7735429" y="2682036"/>
            <a:ext cx="535357" cy="535357"/>
          </a:xfrm>
          <a:custGeom>
            <a:avLst/>
            <a:gdLst/>
            <a:ahLst/>
            <a:cxnLst/>
            <a:rect l="l" t="t" r="r" b="b"/>
            <a:pathLst>
              <a:path w="144" h="144">
                <a:moveTo>
                  <a:pt x="142" y="69"/>
                </a:moveTo>
                <a:cubicBezTo>
                  <a:pt x="144" y="107"/>
                  <a:pt x="114" y="140"/>
                  <a:pt x="76" y="142"/>
                </a:cubicBezTo>
                <a:cubicBezTo>
                  <a:pt x="37" y="144"/>
                  <a:pt x="4" y="114"/>
                  <a:pt x="2" y="76"/>
                </a:cubicBezTo>
                <a:cubicBezTo>
                  <a:pt x="0" y="37"/>
                  <a:pt x="30" y="4"/>
                  <a:pt x="69" y="2"/>
                </a:cubicBezTo>
                <a:cubicBezTo>
                  <a:pt x="107" y="0"/>
                  <a:pt x="140" y="30"/>
                  <a:pt x="142" y="69"/>
                </a:cubicBezTo>
                <a:close/>
              </a:path>
            </a:pathLst>
          </a:custGeom>
          <a:solidFill>
            <a:schemeClr val="accent1">
              <a:alpha val="30000"/>
            </a:schemeClr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5" name="Freeform 15"/>
          <p:cNvSpPr/>
          <p:nvPr/>
        </p:nvSpPr>
        <p:spPr>
          <a:xfrm>
            <a:off x="10377600" y="3325850"/>
            <a:ext cx="537665" cy="535357"/>
          </a:xfrm>
          <a:custGeom>
            <a:avLst/>
            <a:gdLst/>
            <a:ahLst/>
            <a:cxnLst/>
            <a:rect l="l" t="t" r="r" b="b"/>
            <a:pathLst>
              <a:path w="144" h="144">
                <a:moveTo>
                  <a:pt x="142" y="69"/>
                </a:moveTo>
                <a:cubicBezTo>
                  <a:pt x="144" y="108"/>
                  <a:pt x="114" y="141"/>
                  <a:pt x="75" y="142"/>
                </a:cubicBezTo>
                <a:cubicBezTo>
                  <a:pt x="36" y="144"/>
                  <a:pt x="3" y="115"/>
                  <a:pt x="1" y="76"/>
                </a:cubicBezTo>
                <a:cubicBezTo>
                  <a:pt x="0" y="37"/>
                  <a:pt x="29" y="4"/>
                  <a:pt x="68" y="2"/>
                </a:cubicBezTo>
                <a:cubicBezTo>
                  <a:pt x="107" y="0"/>
                  <a:pt x="140" y="30"/>
                  <a:pt x="142" y="69"/>
                </a:cubicBezTo>
                <a:close/>
              </a:path>
            </a:pathLst>
          </a:custGeom>
          <a:solidFill>
            <a:schemeClr val="accent1">
              <a:alpha val="30000"/>
            </a:schemeClr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6" name="Freeform 16"/>
          <p:cNvSpPr/>
          <p:nvPr/>
        </p:nvSpPr>
        <p:spPr>
          <a:xfrm>
            <a:off x="8990749" y="3575068"/>
            <a:ext cx="539972" cy="537665"/>
          </a:xfrm>
          <a:custGeom>
            <a:avLst/>
            <a:gdLst/>
            <a:ahLst/>
            <a:cxnLst/>
            <a:rect l="l" t="t" r="r" b="b"/>
            <a:pathLst>
              <a:path w="145" h="144">
                <a:moveTo>
                  <a:pt x="143" y="68"/>
                </a:moveTo>
                <a:cubicBezTo>
                  <a:pt x="145" y="107"/>
                  <a:pt x="115" y="140"/>
                  <a:pt x="76" y="142"/>
                </a:cubicBezTo>
                <a:cubicBezTo>
                  <a:pt x="37" y="144"/>
                  <a:pt x="4" y="114"/>
                  <a:pt x="2" y="75"/>
                </a:cubicBezTo>
                <a:cubicBezTo>
                  <a:pt x="0" y="36"/>
                  <a:pt x="30" y="3"/>
                  <a:pt x="69" y="2"/>
                </a:cubicBezTo>
                <a:cubicBezTo>
                  <a:pt x="108" y="0"/>
                  <a:pt x="141" y="29"/>
                  <a:pt x="143" y="68"/>
                </a:cubicBezTo>
                <a:close/>
              </a:path>
            </a:pathLst>
          </a:custGeom>
          <a:solidFill>
            <a:schemeClr val="accent1">
              <a:alpha val="30000"/>
            </a:schemeClr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7" name="Freeform 17"/>
          <p:cNvSpPr/>
          <p:nvPr/>
        </p:nvSpPr>
        <p:spPr>
          <a:xfrm>
            <a:off x="9011516" y="2017455"/>
            <a:ext cx="537665" cy="537665"/>
          </a:xfrm>
          <a:custGeom>
            <a:avLst/>
            <a:gdLst/>
            <a:ahLst/>
            <a:cxnLst/>
            <a:rect l="l" t="t" r="r" b="b"/>
            <a:pathLst>
              <a:path w="144" h="144">
                <a:moveTo>
                  <a:pt x="143" y="68"/>
                </a:moveTo>
                <a:cubicBezTo>
                  <a:pt x="144" y="107"/>
                  <a:pt x="115" y="140"/>
                  <a:pt x="76" y="142"/>
                </a:cubicBezTo>
                <a:cubicBezTo>
                  <a:pt x="37" y="144"/>
                  <a:pt x="4" y="114"/>
                  <a:pt x="2" y="75"/>
                </a:cubicBezTo>
                <a:cubicBezTo>
                  <a:pt x="0" y="37"/>
                  <a:pt x="30" y="4"/>
                  <a:pt x="69" y="2"/>
                </a:cubicBezTo>
                <a:cubicBezTo>
                  <a:pt x="108" y="0"/>
                  <a:pt x="141" y="30"/>
                  <a:pt x="143" y="68"/>
                </a:cubicBezTo>
                <a:close/>
              </a:path>
            </a:pathLst>
          </a:custGeom>
          <a:solidFill>
            <a:schemeClr val="accent1">
              <a:alpha val="30000"/>
            </a:schemeClr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8" name="Freeform 18"/>
          <p:cNvSpPr/>
          <p:nvPr/>
        </p:nvSpPr>
        <p:spPr>
          <a:xfrm>
            <a:off x="10389138" y="1775161"/>
            <a:ext cx="200760" cy="203066"/>
          </a:xfrm>
          <a:custGeom>
            <a:avLst/>
            <a:gdLst/>
            <a:ahLst/>
            <a:cxnLst/>
            <a:rect l="l" t="t" r="r" b="b"/>
            <a:pathLst>
              <a:path w="54" h="54">
                <a:moveTo>
                  <a:pt x="53" y="25"/>
                </a:moveTo>
                <a:cubicBezTo>
                  <a:pt x="54" y="40"/>
                  <a:pt x="43" y="52"/>
                  <a:pt x="28" y="53"/>
                </a:cubicBezTo>
                <a:cubicBezTo>
                  <a:pt x="14" y="54"/>
                  <a:pt x="2" y="42"/>
                  <a:pt x="1" y="28"/>
                </a:cubicBezTo>
                <a:cubicBezTo>
                  <a:pt x="0" y="14"/>
                  <a:pt x="11" y="1"/>
                  <a:pt x="26" y="1"/>
                </a:cubicBezTo>
                <a:cubicBezTo>
                  <a:pt x="40" y="0"/>
                  <a:pt x="52" y="11"/>
                  <a:pt x="53" y="25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 fontScale="47500" lnSpcReduction="20000"/>
          </a:bodyPr>
          <a:lstStyle/>
          <a:p>
            <a:pPr marL="0" algn="ctr"/>
            <a:endParaRPr/>
          </a:p>
        </p:txBody>
      </p:sp>
      <p:sp>
        <p:nvSpPr>
          <p:cNvPr id="19" name="Freeform 19"/>
          <p:cNvSpPr/>
          <p:nvPr/>
        </p:nvSpPr>
        <p:spPr>
          <a:xfrm>
            <a:off x="10594512" y="2151295"/>
            <a:ext cx="55382" cy="57690"/>
          </a:xfrm>
          <a:custGeom>
            <a:avLst/>
            <a:gdLst/>
            <a:ahLst/>
            <a:cxnLst/>
            <a:rect l="l" t="t" r="r" b="b"/>
            <a:pathLst>
              <a:path w="15" h="15">
                <a:moveTo>
                  <a:pt x="15" y="7"/>
                </a:moveTo>
                <a:cubicBezTo>
                  <a:pt x="15" y="11"/>
                  <a:pt x="12" y="15"/>
                  <a:pt x="8" y="15"/>
                </a:cubicBezTo>
                <a:cubicBezTo>
                  <a:pt x="4" y="15"/>
                  <a:pt x="1" y="12"/>
                  <a:pt x="1" y="8"/>
                </a:cubicBezTo>
                <a:cubicBezTo>
                  <a:pt x="0" y="4"/>
                  <a:pt x="4" y="1"/>
                  <a:pt x="8" y="0"/>
                </a:cubicBezTo>
                <a:cubicBezTo>
                  <a:pt x="12" y="0"/>
                  <a:pt x="15" y="3"/>
                  <a:pt x="15" y="7"/>
                </a:cubicBezTo>
                <a:close/>
              </a:path>
            </a:pathLst>
          </a:custGeom>
          <a:solidFill>
            <a:schemeClr val="accent1">
              <a:alpha val="30000"/>
            </a:schemeClr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20" name="Freeform 20"/>
          <p:cNvSpPr/>
          <p:nvPr/>
        </p:nvSpPr>
        <p:spPr>
          <a:xfrm>
            <a:off x="8238505" y="2642807"/>
            <a:ext cx="55382" cy="57690"/>
          </a:xfrm>
          <a:custGeom>
            <a:avLst/>
            <a:gdLst/>
            <a:ahLst/>
            <a:cxnLst/>
            <a:rect l="l" t="t" r="r" b="b"/>
            <a:pathLst>
              <a:path w="15" h="15">
                <a:moveTo>
                  <a:pt x="14" y="7"/>
                </a:moveTo>
                <a:cubicBezTo>
                  <a:pt x="15" y="11"/>
                  <a:pt x="12" y="14"/>
                  <a:pt x="8" y="14"/>
                </a:cubicBezTo>
                <a:cubicBezTo>
                  <a:pt x="3" y="15"/>
                  <a:pt x="0" y="12"/>
                  <a:pt x="0" y="8"/>
                </a:cubicBezTo>
                <a:cubicBezTo>
                  <a:pt x="0" y="4"/>
                  <a:pt x="3" y="0"/>
                  <a:pt x="7" y="0"/>
                </a:cubicBezTo>
                <a:cubicBezTo>
                  <a:pt x="11" y="0"/>
                  <a:pt x="14" y="3"/>
                  <a:pt x="14" y="7"/>
                </a:cubicBezTo>
                <a:close/>
              </a:path>
            </a:pathLst>
          </a:custGeom>
          <a:solidFill>
            <a:schemeClr val="accent1">
              <a:alpha val="60000"/>
            </a:schemeClr>
          </a:solidFill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21" name="Freeform 21"/>
          <p:cNvSpPr/>
          <p:nvPr/>
        </p:nvSpPr>
        <p:spPr>
          <a:xfrm>
            <a:off x="8508493" y="2518197"/>
            <a:ext cx="916111" cy="918413"/>
          </a:xfrm>
          <a:custGeom>
            <a:avLst/>
            <a:gdLst/>
            <a:ahLst/>
            <a:cxnLst/>
            <a:rect l="l" t="t" r="r" b="b"/>
            <a:pathLst>
              <a:path w="246" h="247">
                <a:moveTo>
                  <a:pt x="243" y="118"/>
                </a:moveTo>
                <a:cubicBezTo>
                  <a:pt x="246" y="184"/>
                  <a:pt x="195" y="240"/>
                  <a:pt x="129" y="243"/>
                </a:cubicBezTo>
                <a:cubicBezTo>
                  <a:pt x="63" y="247"/>
                  <a:pt x="7" y="196"/>
                  <a:pt x="3" y="130"/>
                </a:cubicBezTo>
                <a:cubicBezTo>
                  <a:pt x="0" y="63"/>
                  <a:pt x="51" y="7"/>
                  <a:pt x="117" y="4"/>
                </a:cubicBezTo>
                <a:cubicBezTo>
                  <a:pt x="183" y="0"/>
                  <a:pt x="240" y="51"/>
                  <a:pt x="243" y="118"/>
                </a:cubicBezTo>
                <a:close/>
              </a:path>
            </a:pathLst>
          </a:custGeom>
          <a:solidFill>
            <a:schemeClr val="accent1">
              <a:alpha val="60000"/>
            </a:schemeClr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22" name="Freeform 22"/>
          <p:cNvSpPr/>
          <p:nvPr/>
        </p:nvSpPr>
        <p:spPr>
          <a:xfrm>
            <a:off x="9491523" y="3076628"/>
            <a:ext cx="768426" cy="766113"/>
          </a:xfrm>
          <a:custGeom>
            <a:avLst/>
            <a:gdLst/>
            <a:ahLst/>
            <a:cxnLst/>
            <a:rect l="l" t="t" r="r" b="b"/>
            <a:pathLst>
              <a:path w="206" h="206">
                <a:moveTo>
                  <a:pt x="204" y="98"/>
                </a:moveTo>
                <a:cubicBezTo>
                  <a:pt x="206" y="153"/>
                  <a:pt x="164" y="200"/>
                  <a:pt x="108" y="203"/>
                </a:cubicBezTo>
                <a:cubicBezTo>
                  <a:pt x="53" y="206"/>
                  <a:pt x="6" y="163"/>
                  <a:pt x="3" y="108"/>
                </a:cubicBezTo>
                <a:cubicBezTo>
                  <a:pt x="0" y="52"/>
                  <a:pt x="43" y="5"/>
                  <a:pt x="98" y="3"/>
                </a:cubicBezTo>
                <a:cubicBezTo>
                  <a:pt x="154" y="0"/>
                  <a:pt x="201" y="42"/>
                  <a:pt x="204" y="98"/>
                </a:cubicBezTo>
                <a:close/>
              </a:path>
            </a:pathLst>
          </a:custGeom>
          <a:solidFill>
            <a:schemeClr val="accent1">
              <a:alpha val="60000"/>
            </a:schemeClr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23" name="Freeform 23"/>
          <p:cNvSpPr/>
          <p:nvPr/>
        </p:nvSpPr>
        <p:spPr>
          <a:xfrm>
            <a:off x="9286119" y="1800544"/>
            <a:ext cx="745346" cy="740732"/>
          </a:xfrm>
          <a:custGeom>
            <a:avLst/>
            <a:gdLst/>
            <a:ahLst/>
            <a:cxnLst/>
            <a:rect l="l" t="t" r="r" b="b"/>
            <a:pathLst>
              <a:path w="200" h="199">
                <a:moveTo>
                  <a:pt x="197" y="95"/>
                </a:moveTo>
                <a:cubicBezTo>
                  <a:pt x="200" y="148"/>
                  <a:pt x="158" y="194"/>
                  <a:pt x="105" y="197"/>
                </a:cubicBezTo>
                <a:cubicBezTo>
                  <a:pt x="51" y="199"/>
                  <a:pt x="6" y="158"/>
                  <a:pt x="3" y="105"/>
                </a:cubicBezTo>
                <a:cubicBezTo>
                  <a:pt x="0" y="51"/>
                  <a:pt x="42" y="5"/>
                  <a:pt x="95" y="3"/>
                </a:cubicBezTo>
                <a:cubicBezTo>
                  <a:pt x="149" y="0"/>
                  <a:pt x="194" y="41"/>
                  <a:pt x="197" y="95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24" name="Freeform 24"/>
          <p:cNvSpPr/>
          <p:nvPr/>
        </p:nvSpPr>
        <p:spPr>
          <a:xfrm>
            <a:off x="10220685" y="2268982"/>
            <a:ext cx="256141" cy="258448"/>
          </a:xfrm>
          <a:custGeom>
            <a:avLst/>
            <a:gdLst/>
            <a:ahLst/>
            <a:cxnLst/>
            <a:rect l="l" t="t" r="r" b="b"/>
            <a:pathLst>
              <a:path w="69" h="69">
                <a:moveTo>
                  <a:pt x="68" y="33"/>
                </a:moveTo>
                <a:cubicBezTo>
                  <a:pt x="69" y="52"/>
                  <a:pt x="54" y="67"/>
                  <a:pt x="36" y="68"/>
                </a:cubicBezTo>
                <a:cubicBezTo>
                  <a:pt x="17" y="69"/>
                  <a:pt x="1" y="55"/>
                  <a:pt x="0" y="36"/>
                </a:cubicBezTo>
                <a:cubicBezTo>
                  <a:pt x="0" y="18"/>
                  <a:pt x="14" y="2"/>
                  <a:pt x="32" y="1"/>
                </a:cubicBezTo>
                <a:cubicBezTo>
                  <a:pt x="51" y="0"/>
                  <a:pt x="67" y="14"/>
                  <a:pt x="68" y="33"/>
                </a:cubicBez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 fontScale="70000" lnSpcReduction="20000"/>
          </a:bodyPr>
          <a:lstStyle/>
          <a:p>
            <a:pPr marL="0" algn="ctr"/>
            <a:endParaRPr/>
          </a:p>
        </p:txBody>
      </p:sp>
      <p:sp>
        <p:nvSpPr>
          <p:cNvPr id="25" name="Freeform 25"/>
          <p:cNvSpPr/>
          <p:nvPr/>
        </p:nvSpPr>
        <p:spPr>
          <a:xfrm>
            <a:off x="7940803" y="1975919"/>
            <a:ext cx="235373" cy="237681"/>
          </a:xfrm>
          <a:custGeom>
            <a:avLst/>
            <a:gdLst/>
            <a:ahLst/>
            <a:cxnLst/>
            <a:rect l="l" t="t" r="r" b="b"/>
            <a:pathLst>
              <a:path w="63" h="64">
                <a:moveTo>
                  <a:pt x="62" y="30"/>
                </a:moveTo>
                <a:cubicBezTo>
                  <a:pt x="63" y="47"/>
                  <a:pt x="50" y="62"/>
                  <a:pt x="33" y="63"/>
                </a:cubicBezTo>
                <a:cubicBezTo>
                  <a:pt x="16" y="64"/>
                  <a:pt x="1" y="51"/>
                  <a:pt x="1" y="34"/>
                </a:cubicBezTo>
                <a:cubicBezTo>
                  <a:pt x="0" y="16"/>
                  <a:pt x="13" y="2"/>
                  <a:pt x="30" y="1"/>
                </a:cubicBezTo>
                <a:cubicBezTo>
                  <a:pt x="47" y="0"/>
                  <a:pt x="62" y="13"/>
                  <a:pt x="62" y="30"/>
                </a:cubicBezTo>
                <a:close/>
              </a:path>
            </a:pathLst>
          </a:custGeom>
          <a:solidFill>
            <a:srgbClr val="FFC529"/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 fontScale="62500" lnSpcReduction="20000"/>
          </a:bodyPr>
          <a:lstStyle/>
          <a:p>
            <a:pPr marL="0" algn="ctr"/>
            <a:endParaRPr/>
          </a:p>
        </p:txBody>
      </p:sp>
      <p:sp>
        <p:nvSpPr>
          <p:cNvPr id="26" name="Freeform 26"/>
          <p:cNvSpPr/>
          <p:nvPr/>
        </p:nvSpPr>
        <p:spPr>
          <a:xfrm>
            <a:off x="9819167" y="1445178"/>
            <a:ext cx="237681" cy="239987"/>
          </a:xfrm>
          <a:custGeom>
            <a:avLst/>
            <a:gdLst/>
            <a:ahLst/>
            <a:cxnLst/>
            <a:rect l="l" t="t" r="r" b="b"/>
            <a:pathLst>
              <a:path w="64" h="64">
                <a:moveTo>
                  <a:pt x="63" y="31"/>
                </a:moveTo>
                <a:cubicBezTo>
                  <a:pt x="64" y="48"/>
                  <a:pt x="50" y="62"/>
                  <a:pt x="33" y="63"/>
                </a:cubicBezTo>
                <a:cubicBezTo>
                  <a:pt x="16" y="64"/>
                  <a:pt x="2" y="51"/>
                  <a:pt x="1" y="34"/>
                </a:cubicBezTo>
                <a:cubicBezTo>
                  <a:pt x="0" y="17"/>
                  <a:pt x="13" y="2"/>
                  <a:pt x="30" y="1"/>
                </a:cubicBezTo>
                <a:cubicBezTo>
                  <a:pt x="47" y="0"/>
                  <a:pt x="62" y="13"/>
                  <a:pt x="63" y="31"/>
                </a:cubicBezTo>
                <a:close/>
              </a:path>
            </a:pathLst>
          </a:custGeom>
          <a:solidFill>
            <a:srgbClr val="FFC529"/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 fontScale="62500" lnSpcReduction="20000"/>
          </a:bodyPr>
          <a:lstStyle/>
          <a:p>
            <a:pPr marL="0" algn="ctr"/>
            <a:endParaRPr/>
          </a:p>
        </p:txBody>
      </p:sp>
      <p:sp>
        <p:nvSpPr>
          <p:cNvPr id="27" name="Freeform 27"/>
          <p:cNvSpPr/>
          <p:nvPr/>
        </p:nvSpPr>
        <p:spPr>
          <a:xfrm>
            <a:off x="10123767" y="2439742"/>
            <a:ext cx="55382" cy="57690"/>
          </a:xfrm>
          <a:custGeom>
            <a:avLst/>
            <a:gdLst/>
            <a:ahLst/>
            <a:cxnLst/>
            <a:rect l="l" t="t" r="r" b="b"/>
            <a:pathLst>
              <a:path w="15" h="15">
                <a:moveTo>
                  <a:pt x="15" y="7"/>
                </a:moveTo>
                <a:cubicBezTo>
                  <a:pt x="15" y="11"/>
                  <a:pt x="12" y="15"/>
                  <a:pt x="8" y="15"/>
                </a:cubicBezTo>
                <a:cubicBezTo>
                  <a:pt x="4" y="15"/>
                  <a:pt x="0" y="12"/>
                  <a:pt x="0" y="8"/>
                </a:cubicBezTo>
                <a:cubicBezTo>
                  <a:pt x="0" y="4"/>
                  <a:pt x="3" y="1"/>
                  <a:pt x="7" y="0"/>
                </a:cubicBezTo>
                <a:cubicBezTo>
                  <a:pt x="11" y="0"/>
                  <a:pt x="14" y="3"/>
                  <a:pt x="15" y="7"/>
                </a:cubicBezTo>
                <a:close/>
              </a:path>
            </a:pathLst>
          </a:custGeom>
          <a:solidFill>
            <a:schemeClr val="accent1"/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28" name="Freeform 28"/>
          <p:cNvSpPr/>
          <p:nvPr/>
        </p:nvSpPr>
        <p:spPr>
          <a:xfrm>
            <a:off x="10610665" y="3171242"/>
            <a:ext cx="55382" cy="55382"/>
          </a:xfrm>
          <a:custGeom>
            <a:avLst/>
            <a:gdLst/>
            <a:ahLst/>
            <a:cxnLst/>
            <a:rect l="l" t="t" r="r" b="b"/>
            <a:pathLst>
              <a:path w="15" h="15">
                <a:moveTo>
                  <a:pt x="14" y="7"/>
                </a:moveTo>
                <a:cubicBezTo>
                  <a:pt x="15" y="11"/>
                  <a:pt x="12" y="14"/>
                  <a:pt x="8" y="14"/>
                </a:cubicBezTo>
                <a:cubicBezTo>
                  <a:pt x="3" y="15"/>
                  <a:pt x="0" y="11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11" y="0"/>
                  <a:pt x="14" y="3"/>
                  <a:pt x="14" y="7"/>
                </a:cubicBezTo>
                <a:close/>
              </a:path>
            </a:pathLst>
          </a:custGeom>
          <a:solidFill>
            <a:schemeClr val="accent1"/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29" name="Freeform 29"/>
          <p:cNvSpPr/>
          <p:nvPr/>
        </p:nvSpPr>
        <p:spPr>
          <a:xfrm>
            <a:off x="8817681" y="2195140"/>
            <a:ext cx="55382" cy="55382"/>
          </a:xfrm>
          <a:custGeom>
            <a:avLst/>
            <a:gdLst/>
            <a:ahLst/>
            <a:cxnLst/>
            <a:rect l="l" t="t" r="r" b="b"/>
            <a:pathLst>
              <a:path w="15" h="15">
                <a:moveTo>
                  <a:pt x="15" y="7"/>
                </a:moveTo>
                <a:cubicBezTo>
                  <a:pt x="15" y="11"/>
                  <a:pt x="12" y="15"/>
                  <a:pt x="8" y="15"/>
                </a:cubicBezTo>
                <a:cubicBezTo>
                  <a:pt x="4" y="15"/>
                  <a:pt x="0" y="12"/>
                  <a:pt x="0" y="8"/>
                </a:cubicBezTo>
                <a:cubicBezTo>
                  <a:pt x="0" y="4"/>
                  <a:pt x="3" y="1"/>
                  <a:pt x="7" y="1"/>
                </a:cubicBezTo>
                <a:cubicBezTo>
                  <a:pt x="11" y="0"/>
                  <a:pt x="15" y="3"/>
                  <a:pt x="15" y="7"/>
                </a:cubicBezTo>
                <a:close/>
              </a:path>
            </a:pathLst>
          </a:custGeom>
          <a:solidFill>
            <a:schemeClr val="accent1"/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30" name="Freeform 30"/>
          <p:cNvSpPr/>
          <p:nvPr/>
        </p:nvSpPr>
        <p:spPr>
          <a:xfrm>
            <a:off x="8480775" y="1389796"/>
            <a:ext cx="57690" cy="55382"/>
          </a:xfrm>
          <a:custGeom>
            <a:avLst/>
            <a:gdLst/>
            <a:ahLst/>
            <a:cxnLst/>
            <a:rect l="l" t="t" r="r" b="b"/>
            <a:pathLst>
              <a:path w="15" h="15">
                <a:moveTo>
                  <a:pt x="15" y="7"/>
                </a:moveTo>
                <a:cubicBezTo>
                  <a:pt x="15" y="11"/>
                  <a:pt x="12" y="14"/>
                  <a:pt x="8" y="14"/>
                </a:cubicBezTo>
                <a:cubicBezTo>
                  <a:pt x="4" y="15"/>
                  <a:pt x="1" y="12"/>
                  <a:pt x="1" y="8"/>
                </a:cubicBezTo>
                <a:cubicBezTo>
                  <a:pt x="0" y="3"/>
                  <a:pt x="4" y="0"/>
                  <a:pt x="8" y="0"/>
                </a:cubicBezTo>
                <a:cubicBezTo>
                  <a:pt x="12" y="0"/>
                  <a:pt x="15" y="3"/>
                  <a:pt x="15" y="7"/>
                </a:cubicBezTo>
                <a:close/>
              </a:path>
            </a:pathLst>
          </a:custGeom>
          <a:solidFill>
            <a:schemeClr val="accent1"/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31" name="Freeform 31"/>
          <p:cNvSpPr/>
          <p:nvPr/>
        </p:nvSpPr>
        <p:spPr>
          <a:xfrm>
            <a:off x="8277708" y="3178166"/>
            <a:ext cx="55382" cy="55382"/>
          </a:xfrm>
          <a:custGeom>
            <a:avLst/>
            <a:gdLst/>
            <a:ahLst/>
            <a:cxnLst/>
            <a:rect l="l" t="t" r="r" b="b"/>
            <a:pathLst>
              <a:path w="15" h="15">
                <a:moveTo>
                  <a:pt x="15" y="7"/>
                </a:moveTo>
                <a:cubicBezTo>
                  <a:pt x="15" y="11"/>
                  <a:pt x="12" y="14"/>
                  <a:pt x="8" y="15"/>
                </a:cubicBezTo>
                <a:cubicBezTo>
                  <a:pt x="4" y="15"/>
                  <a:pt x="0" y="12"/>
                  <a:pt x="0" y="8"/>
                </a:cubicBezTo>
                <a:cubicBezTo>
                  <a:pt x="0" y="4"/>
                  <a:pt x="3" y="0"/>
                  <a:pt x="7" y="0"/>
                </a:cubicBezTo>
                <a:cubicBezTo>
                  <a:pt x="11" y="0"/>
                  <a:pt x="15" y="3"/>
                  <a:pt x="15" y="7"/>
                </a:cubicBezTo>
                <a:close/>
              </a:path>
            </a:pathLst>
          </a:custGeom>
          <a:solidFill>
            <a:schemeClr val="accent1"/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32" name="Freeform 32"/>
          <p:cNvSpPr/>
          <p:nvPr/>
        </p:nvSpPr>
        <p:spPr>
          <a:xfrm>
            <a:off x="8370012" y="2354362"/>
            <a:ext cx="341521" cy="346136"/>
          </a:xfrm>
          <a:custGeom>
            <a:avLst/>
            <a:gdLst/>
            <a:ahLst/>
            <a:cxnLst/>
            <a:rect l="l" t="t" r="r" b="b"/>
            <a:pathLst>
              <a:path w="92" h="93">
                <a:moveTo>
                  <a:pt x="91" y="44"/>
                </a:moveTo>
                <a:cubicBezTo>
                  <a:pt x="92" y="69"/>
                  <a:pt x="73" y="90"/>
                  <a:pt x="48" y="91"/>
                </a:cubicBezTo>
                <a:cubicBezTo>
                  <a:pt x="23" y="93"/>
                  <a:pt x="2" y="73"/>
                  <a:pt x="1" y="49"/>
                </a:cubicBezTo>
                <a:cubicBezTo>
                  <a:pt x="0" y="24"/>
                  <a:pt x="19" y="3"/>
                  <a:pt x="44" y="1"/>
                </a:cubicBezTo>
                <a:cubicBezTo>
                  <a:pt x="69" y="0"/>
                  <a:pt x="90" y="19"/>
                  <a:pt x="91" y="44"/>
                </a:cubicBezTo>
                <a:close/>
              </a:path>
            </a:pathLst>
          </a:custGeom>
          <a:solidFill>
            <a:schemeClr val="accent1"/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 lnSpcReduction="10000"/>
          </a:bodyPr>
          <a:lstStyle/>
          <a:p>
            <a:pPr marL="0" algn="ctr"/>
            <a:endParaRPr/>
          </a:p>
        </p:txBody>
      </p:sp>
      <p:sp>
        <p:nvSpPr>
          <p:cNvPr id="33" name="Freeform 33"/>
          <p:cNvSpPr/>
          <p:nvPr/>
        </p:nvSpPr>
        <p:spPr>
          <a:xfrm>
            <a:off x="10301450" y="2772033"/>
            <a:ext cx="346136" cy="346136"/>
          </a:xfrm>
          <a:custGeom>
            <a:avLst/>
            <a:gdLst/>
            <a:ahLst/>
            <a:cxnLst/>
            <a:rect l="l" t="t" r="r" b="b"/>
            <a:pathLst>
              <a:path w="93" h="93">
                <a:moveTo>
                  <a:pt x="92" y="44"/>
                </a:moveTo>
                <a:cubicBezTo>
                  <a:pt x="93" y="69"/>
                  <a:pt x="74" y="90"/>
                  <a:pt x="49" y="91"/>
                </a:cubicBezTo>
                <a:cubicBezTo>
                  <a:pt x="24" y="93"/>
                  <a:pt x="3" y="74"/>
                  <a:pt x="2" y="49"/>
                </a:cubicBezTo>
                <a:cubicBezTo>
                  <a:pt x="0" y="24"/>
                  <a:pt x="19" y="3"/>
                  <a:pt x="44" y="1"/>
                </a:cubicBezTo>
                <a:cubicBezTo>
                  <a:pt x="69" y="0"/>
                  <a:pt x="90" y="19"/>
                  <a:pt x="92" y="44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 lnSpcReduction="10000"/>
          </a:bodyPr>
          <a:lstStyle/>
          <a:p>
            <a:pPr marL="0" algn="ctr"/>
            <a:endParaRPr/>
          </a:p>
        </p:txBody>
      </p:sp>
      <p:sp>
        <p:nvSpPr>
          <p:cNvPr id="34" name="AutoShape 34"/>
          <p:cNvSpPr/>
          <p:nvPr/>
        </p:nvSpPr>
        <p:spPr>
          <a:xfrm>
            <a:off x="8586923" y="1223651"/>
            <a:ext cx="978411" cy="978410"/>
          </a:xfrm>
          <a:prstGeom prst="ellipse">
            <a:avLst/>
          </a:prstGeom>
          <a:solidFill>
            <a:srgbClr val="EFD0E2"/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cxnSp>
        <p:nvCxnSpPr>
          <p:cNvPr id="35" name="Connector 35"/>
          <p:cNvCxnSpPr/>
          <p:nvPr/>
        </p:nvCxnSpPr>
        <p:spPr>
          <a:xfrm>
            <a:off x="8400854" y="3773427"/>
            <a:ext cx="1142924" cy="414214"/>
          </a:xfrm>
          <a:prstGeom prst="line">
            <a:avLst/>
          </a:prstGeom>
          <a:ln w="57150" cap="flat" cmpd="sng">
            <a:solidFill>
              <a:schemeClr val="accent1"/>
            </a:solidFill>
            <a:prstDash val="solid"/>
          </a:ln>
        </p:spPr>
      </p:cxnSp>
      <p:cxnSp>
        <p:nvCxnSpPr>
          <p:cNvPr id="36" name="Connector 36"/>
          <p:cNvCxnSpPr/>
          <p:nvPr/>
        </p:nvCxnSpPr>
        <p:spPr>
          <a:xfrm flipV="1">
            <a:off x="9559119" y="3903828"/>
            <a:ext cx="1020194" cy="276143"/>
          </a:xfrm>
          <a:prstGeom prst="line">
            <a:avLst/>
          </a:prstGeom>
          <a:ln w="57150" cap="flat" cmpd="sng">
            <a:solidFill>
              <a:schemeClr val="accent1"/>
            </a:solidFill>
            <a:prstDash val="solid"/>
          </a:ln>
        </p:spPr>
      </p:cxnSp>
      <p:sp>
        <p:nvSpPr>
          <p:cNvPr id="37" name="Freeform 37"/>
          <p:cNvSpPr/>
          <p:nvPr/>
        </p:nvSpPr>
        <p:spPr>
          <a:xfrm>
            <a:off x="8720997" y="3283162"/>
            <a:ext cx="1169940" cy="1169941"/>
          </a:xfrm>
          <a:custGeom>
            <a:avLst/>
            <a:gdLst/>
            <a:ahLst/>
            <a:cxnLst/>
            <a:rect l="l" t="t" r="r" b="b"/>
            <a:pathLst>
              <a:path w="314" h="314">
                <a:moveTo>
                  <a:pt x="310" y="150"/>
                </a:moveTo>
                <a:cubicBezTo>
                  <a:pt x="314" y="234"/>
                  <a:pt x="249" y="306"/>
                  <a:pt x="165" y="310"/>
                </a:cubicBezTo>
                <a:cubicBezTo>
                  <a:pt x="80" y="314"/>
                  <a:pt x="9" y="249"/>
                  <a:pt x="4" y="165"/>
                </a:cubicBezTo>
                <a:cubicBezTo>
                  <a:pt x="0" y="80"/>
                  <a:pt x="65" y="9"/>
                  <a:pt x="149" y="4"/>
                </a:cubicBezTo>
                <a:cubicBezTo>
                  <a:pt x="234" y="0"/>
                  <a:pt x="306" y="65"/>
                  <a:pt x="310" y="150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8" name="Freeform 38"/>
          <p:cNvSpPr/>
          <p:nvPr/>
        </p:nvSpPr>
        <p:spPr>
          <a:xfrm>
            <a:off x="8370011" y="2421283"/>
            <a:ext cx="953029" cy="948413"/>
          </a:xfrm>
          <a:custGeom>
            <a:avLst/>
            <a:gdLst/>
            <a:ahLst/>
            <a:cxnLst/>
            <a:rect l="l" t="t" r="r" b="b"/>
            <a:pathLst>
              <a:path w="256" h="255">
                <a:moveTo>
                  <a:pt x="252" y="121"/>
                </a:moveTo>
                <a:cubicBezTo>
                  <a:pt x="256" y="190"/>
                  <a:pt x="203" y="248"/>
                  <a:pt x="134" y="252"/>
                </a:cubicBezTo>
                <a:cubicBezTo>
                  <a:pt x="65" y="255"/>
                  <a:pt x="7" y="202"/>
                  <a:pt x="4" y="133"/>
                </a:cubicBezTo>
                <a:cubicBezTo>
                  <a:pt x="0" y="65"/>
                  <a:pt x="53" y="6"/>
                  <a:pt x="122" y="3"/>
                </a:cubicBezTo>
                <a:cubicBezTo>
                  <a:pt x="190" y="0"/>
                  <a:pt x="249" y="52"/>
                  <a:pt x="252" y="121"/>
                </a:cubicBezTo>
                <a:close/>
              </a:path>
            </a:pathLst>
          </a:custGeom>
          <a:solidFill>
            <a:srgbClr val="FFC529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9" name="Freeform 39"/>
          <p:cNvSpPr/>
          <p:nvPr/>
        </p:nvSpPr>
        <p:spPr>
          <a:xfrm>
            <a:off x="8250017" y="1851311"/>
            <a:ext cx="1169940" cy="1169941"/>
          </a:xfrm>
          <a:custGeom>
            <a:avLst/>
            <a:gdLst/>
            <a:ahLst/>
            <a:cxnLst/>
            <a:rect l="l" t="t" r="r" b="b"/>
            <a:pathLst>
              <a:path w="314" h="314">
                <a:moveTo>
                  <a:pt x="310" y="150"/>
                </a:moveTo>
                <a:cubicBezTo>
                  <a:pt x="314" y="234"/>
                  <a:pt x="249" y="306"/>
                  <a:pt x="164" y="310"/>
                </a:cubicBezTo>
                <a:cubicBezTo>
                  <a:pt x="80" y="314"/>
                  <a:pt x="8" y="249"/>
                  <a:pt x="4" y="165"/>
                </a:cubicBezTo>
                <a:cubicBezTo>
                  <a:pt x="0" y="80"/>
                  <a:pt x="65" y="9"/>
                  <a:pt x="149" y="4"/>
                </a:cubicBezTo>
                <a:cubicBezTo>
                  <a:pt x="234" y="0"/>
                  <a:pt x="305" y="65"/>
                  <a:pt x="310" y="150"/>
                </a:cubicBezTo>
                <a:close/>
              </a:path>
            </a:pathLst>
          </a:custGeom>
          <a:solidFill>
            <a:srgbClr val="FFC529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0" name="Freeform 40"/>
          <p:cNvSpPr/>
          <p:nvPr/>
        </p:nvSpPr>
        <p:spPr>
          <a:xfrm>
            <a:off x="9687635" y="2633579"/>
            <a:ext cx="856111" cy="856111"/>
          </a:xfrm>
          <a:custGeom>
            <a:avLst/>
            <a:gdLst/>
            <a:ahLst/>
            <a:cxnLst/>
            <a:rect l="l" t="t" r="r" b="b"/>
            <a:pathLst>
              <a:path w="230" h="230">
                <a:moveTo>
                  <a:pt x="227" y="109"/>
                </a:moveTo>
                <a:cubicBezTo>
                  <a:pt x="230" y="171"/>
                  <a:pt x="182" y="224"/>
                  <a:pt x="121" y="227"/>
                </a:cubicBezTo>
                <a:cubicBezTo>
                  <a:pt x="59" y="230"/>
                  <a:pt x="6" y="182"/>
                  <a:pt x="3" y="120"/>
                </a:cubicBezTo>
                <a:cubicBezTo>
                  <a:pt x="0" y="59"/>
                  <a:pt x="48" y="6"/>
                  <a:pt x="109" y="3"/>
                </a:cubicBezTo>
                <a:cubicBezTo>
                  <a:pt x="171" y="0"/>
                  <a:pt x="224" y="48"/>
                  <a:pt x="227" y="109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1" name="Freeform 41"/>
          <p:cNvSpPr/>
          <p:nvPr/>
        </p:nvSpPr>
        <p:spPr>
          <a:xfrm>
            <a:off x="8944598" y="2174371"/>
            <a:ext cx="1220707" cy="1220707"/>
          </a:xfrm>
          <a:custGeom>
            <a:avLst/>
            <a:gdLst/>
            <a:ahLst/>
            <a:cxnLst/>
            <a:rect l="l" t="t" r="r" b="b"/>
            <a:pathLst>
              <a:path w="328" h="328">
                <a:moveTo>
                  <a:pt x="323" y="156"/>
                </a:moveTo>
                <a:cubicBezTo>
                  <a:pt x="328" y="244"/>
                  <a:pt x="260" y="319"/>
                  <a:pt x="172" y="323"/>
                </a:cubicBezTo>
                <a:cubicBezTo>
                  <a:pt x="84" y="328"/>
                  <a:pt x="9" y="260"/>
                  <a:pt x="4" y="172"/>
                </a:cubicBezTo>
                <a:cubicBezTo>
                  <a:pt x="0" y="84"/>
                  <a:pt x="68" y="9"/>
                  <a:pt x="156" y="4"/>
                </a:cubicBezTo>
                <a:cubicBezTo>
                  <a:pt x="244" y="0"/>
                  <a:pt x="319" y="68"/>
                  <a:pt x="323" y="156"/>
                </a:cubicBezTo>
                <a:close/>
              </a:path>
            </a:pathLst>
          </a:custGeom>
          <a:solidFill>
            <a:schemeClr val="accent2">
              <a:lumMod val="90000"/>
            </a:schemeClr>
          </a:solidFill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2" name="Freeform 42"/>
          <p:cNvSpPr/>
          <p:nvPr/>
        </p:nvSpPr>
        <p:spPr>
          <a:xfrm>
            <a:off x="10202224" y="3547377"/>
            <a:ext cx="722271" cy="717656"/>
          </a:xfrm>
          <a:custGeom>
            <a:avLst/>
            <a:gdLst/>
            <a:ahLst/>
            <a:cxnLst/>
            <a:rect l="l" t="t" r="r" b="b"/>
            <a:pathLst>
              <a:path w="194" h="193">
                <a:moveTo>
                  <a:pt x="192" y="93"/>
                </a:moveTo>
                <a:cubicBezTo>
                  <a:pt x="194" y="145"/>
                  <a:pt x="153" y="190"/>
                  <a:pt x="101" y="192"/>
                </a:cubicBezTo>
                <a:cubicBezTo>
                  <a:pt x="84" y="193"/>
                  <a:pt x="69" y="190"/>
                  <a:pt x="55" y="183"/>
                </a:cubicBezTo>
                <a:cubicBezTo>
                  <a:pt x="50" y="181"/>
                  <a:pt x="45" y="178"/>
                  <a:pt x="40" y="174"/>
                </a:cubicBezTo>
                <a:cubicBezTo>
                  <a:pt x="25" y="163"/>
                  <a:pt x="12" y="147"/>
                  <a:pt x="6" y="127"/>
                </a:cubicBezTo>
                <a:cubicBezTo>
                  <a:pt x="4" y="122"/>
                  <a:pt x="2" y="115"/>
                  <a:pt x="1" y="109"/>
                </a:cubicBezTo>
                <a:cubicBezTo>
                  <a:pt x="1" y="106"/>
                  <a:pt x="1" y="104"/>
                  <a:pt x="1" y="101"/>
                </a:cubicBezTo>
                <a:cubicBezTo>
                  <a:pt x="0" y="79"/>
                  <a:pt x="6" y="59"/>
                  <a:pt x="18" y="43"/>
                </a:cubicBezTo>
                <a:cubicBezTo>
                  <a:pt x="26" y="31"/>
                  <a:pt x="36" y="21"/>
                  <a:pt x="48" y="14"/>
                </a:cubicBezTo>
                <a:cubicBezTo>
                  <a:pt x="61" y="6"/>
                  <a:pt x="76" y="2"/>
                  <a:pt x="92" y="1"/>
                </a:cubicBezTo>
                <a:cubicBezTo>
                  <a:pt x="129" y="0"/>
                  <a:pt x="161" y="19"/>
                  <a:pt x="179" y="48"/>
                </a:cubicBezTo>
                <a:cubicBezTo>
                  <a:pt x="179" y="48"/>
                  <a:pt x="179" y="48"/>
                  <a:pt x="179" y="48"/>
                </a:cubicBezTo>
                <a:cubicBezTo>
                  <a:pt x="187" y="61"/>
                  <a:pt x="191" y="76"/>
                  <a:pt x="192" y="93"/>
                </a:cubicBezTo>
                <a:close/>
              </a:path>
            </a:pathLst>
          </a:custGeom>
          <a:solidFill>
            <a:srgbClr val="FFC529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3" name="Freeform 43"/>
          <p:cNvSpPr/>
          <p:nvPr/>
        </p:nvSpPr>
        <p:spPr>
          <a:xfrm>
            <a:off x="7986955" y="3328158"/>
            <a:ext cx="869955" cy="869956"/>
          </a:xfrm>
          <a:custGeom>
            <a:avLst/>
            <a:gdLst/>
            <a:ahLst/>
            <a:cxnLst/>
            <a:rect l="l" t="t" r="r" b="b"/>
            <a:pathLst>
              <a:path w="234" h="234">
                <a:moveTo>
                  <a:pt x="232" y="112"/>
                </a:moveTo>
                <a:cubicBezTo>
                  <a:pt x="234" y="175"/>
                  <a:pt x="185" y="229"/>
                  <a:pt x="122" y="232"/>
                </a:cubicBezTo>
                <a:cubicBezTo>
                  <a:pt x="59" y="234"/>
                  <a:pt x="6" y="185"/>
                  <a:pt x="3" y="122"/>
                </a:cubicBezTo>
                <a:cubicBezTo>
                  <a:pt x="0" y="59"/>
                  <a:pt x="49" y="6"/>
                  <a:pt x="112" y="3"/>
                </a:cubicBezTo>
                <a:cubicBezTo>
                  <a:pt x="176" y="0"/>
                  <a:pt x="229" y="49"/>
                  <a:pt x="232" y="112"/>
                </a:cubicBezTo>
                <a:close/>
              </a:path>
            </a:pathLst>
          </a:custGeom>
          <a:solidFill>
            <a:schemeClr val="accent2">
              <a:lumMod val="90000"/>
            </a:schemeClr>
          </a:solidFill>
          <a:ln cap="flat">
            <a:prstDash val="solid"/>
          </a:ln>
        </p:spPr>
        <p:txBody>
          <a:bodyPr vert="horz" wrap="none" lIns="0" tIns="0" rIns="0" bIns="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4" name="TextBox 6"/>
          <p:cNvSpPr txBox="1"/>
          <p:nvPr/>
        </p:nvSpPr>
        <p:spPr>
          <a:xfrm>
            <a:off x="962566" y="2497432"/>
            <a:ext cx="7176321" cy="230832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>
            <a:defPPr>
              <a:defRPr lang="en-US"/>
            </a:defPPr>
            <a:lvl1pPr>
              <a:defRPr sz="1400">
                <a:latin typeface="Microsoft YaHei" pitchFamily="34" charset="-122"/>
                <a:ea typeface="Microsoft YaHei" pitchFamily="34" charset="-122"/>
              </a:defRPr>
            </a:lvl1pPr>
          </a:lstStyle>
          <a:p>
            <a:r>
              <a:rPr lang="en-US" sz="1600" b="1" dirty="0"/>
              <a:t>"r" </a:t>
            </a:r>
            <a:r>
              <a:rPr lang="en-US" sz="1600" dirty="0"/>
              <a:t>- Read - Default value. Opens a file for reading, error if the file does not </a:t>
            </a:r>
            <a:r>
              <a:rPr lang="en-US" sz="1600" dirty="0" smtClean="0"/>
              <a:t>exist</a:t>
            </a:r>
          </a:p>
          <a:p>
            <a:endParaRPr lang="en-US" sz="1600" dirty="0"/>
          </a:p>
          <a:p>
            <a:r>
              <a:rPr lang="en-US" sz="1600" b="1" dirty="0"/>
              <a:t>"a" </a:t>
            </a:r>
            <a:r>
              <a:rPr lang="en-US" sz="1600" dirty="0"/>
              <a:t>- Append - Opens a file for appending, creates the file if it does not </a:t>
            </a:r>
            <a:r>
              <a:rPr lang="en-US" sz="1600" dirty="0" smtClean="0"/>
              <a:t>exist</a:t>
            </a:r>
          </a:p>
          <a:p>
            <a:endParaRPr lang="en-US" sz="1600" dirty="0"/>
          </a:p>
          <a:p>
            <a:r>
              <a:rPr lang="en-US" sz="1600" b="1" dirty="0"/>
              <a:t>"w" </a:t>
            </a:r>
            <a:r>
              <a:rPr lang="en-US" sz="1600" dirty="0"/>
              <a:t>- Write - Opens a file for writing, creates the file if it does not </a:t>
            </a:r>
            <a:r>
              <a:rPr lang="en-US" sz="1600" dirty="0" smtClean="0"/>
              <a:t>exist</a:t>
            </a:r>
          </a:p>
          <a:p>
            <a:endParaRPr lang="en-US" sz="1600" dirty="0"/>
          </a:p>
          <a:p>
            <a:r>
              <a:rPr lang="en-US" sz="1600" b="1" dirty="0"/>
              <a:t>"x" </a:t>
            </a:r>
            <a:r>
              <a:rPr lang="en-US" sz="1600" dirty="0"/>
              <a:t>- Create - Creates the specified file, returns an error if the file exists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0402" y="2687736"/>
            <a:ext cx="10858498" cy="923330"/>
          </a:xfrm>
        </p:spPr>
        <p:txBody>
          <a:bodyPr vert="horz" lIns="91440" tIns="45720" rIns="91440" b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altLang="zh-CN" sz="5400" b="1" i="0" u="none" baseline="0" dirty="0" smtClean="0">
                <a:solidFill>
                  <a:srgbClr val="000000"/>
                </a:solidFill>
                <a:latin typeface="微软雅黑"/>
                <a:ea typeface="微软雅黑"/>
              </a:rPr>
              <a:t>READING</a:t>
            </a:r>
            <a:r>
              <a:rPr lang="en-US" altLang="zh-CN" sz="5400" b="1" i="0" u="none" dirty="0" smtClean="0">
                <a:solidFill>
                  <a:srgbClr val="000000"/>
                </a:solidFill>
                <a:latin typeface="微软雅黑"/>
                <a:ea typeface="微软雅黑"/>
              </a:rPr>
              <a:t> FILES</a:t>
            </a:r>
            <a:endParaRPr lang="zh-CN" altLang="en-US" sz="5400" b="1" i="0" u="none" baseline="0" dirty="0">
              <a:solidFill>
                <a:srgbClr val="000000"/>
              </a:solidFill>
              <a:latin typeface="微软雅黑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475452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C717">
                <a:lumMod val="40000"/>
                <a:lumOff val="60000"/>
              </a:srgbClr>
            </a:gs>
            <a:gs pos="100000">
              <a:srgbClr val="FFC717">
                <a:alpha val="0"/>
                <a:lumMod val="20000"/>
                <a:lumOff val="80000"/>
              </a:srgbClr>
            </a:gs>
          </a:gsLst>
          <a:lin ang="162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2800" b="1" i="0" u="none" baseline="0" dirty="0" smtClean="0">
                <a:solidFill>
                  <a:srgbClr val="000000"/>
                </a:solidFill>
                <a:latin typeface="微软雅黑"/>
                <a:ea typeface="微软雅黑"/>
              </a:rPr>
              <a:t>Open().read()</a:t>
            </a:r>
            <a:endParaRPr lang="zh-CN" altLang="en-US" sz="2800" b="1" i="0" u="none" baseline="0" dirty="0">
              <a:solidFill>
                <a:srgbClr val="000000"/>
              </a:solidFill>
              <a:latin typeface="微软雅黑"/>
              <a:ea typeface="微软雅黑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19319" y="1186887"/>
            <a:ext cx="195080" cy="195080"/>
          </a:xfrm>
          <a:prstGeom prst="rect">
            <a:avLst/>
          </a:prstGeom>
          <a:gradFill>
            <a:gsLst>
              <a:gs pos="0">
                <a:srgbClr val="FF9A2C">
                  <a:lumMod val="60000"/>
                  <a:lumOff val="40000"/>
                </a:srgbClr>
              </a:gs>
              <a:gs pos="50000">
                <a:srgbClr val="FF9A2C"/>
              </a:gs>
            </a:gsLst>
            <a:lin ang="2700000"/>
          </a:gradFill>
        </p:spPr>
        <p:txBody>
          <a:bodyPr vert="horz" wrap="square" lIns="91440" tIns="45720" rIns="91440" bIns="45720" anchor="ctr">
            <a:prstTxWarp prst="textNoShape">
              <a:avLst/>
            </a:prstTxWarp>
            <a:normAutofit fontScale="40000" lnSpcReduction="20000"/>
          </a:bodyPr>
          <a:lstStyle/>
          <a:p>
            <a:pPr marL="0" algn="ctr"/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914399" y="1131767"/>
            <a:ext cx="7176321" cy="58477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>
            <a:defPPr>
              <a:defRPr lang="en-US"/>
            </a:defPPr>
            <a:lvl1pPr>
              <a:defRPr sz="1400">
                <a:latin typeface="Microsoft YaHei" pitchFamily="34" charset="-122"/>
                <a:ea typeface="Microsoft YaHei" pitchFamily="34" charset="-122"/>
              </a:defRPr>
            </a:lvl1pPr>
          </a:lstStyle>
          <a:p>
            <a:r>
              <a:rPr lang="en-US" sz="1600" dirty="0"/>
              <a:t>The open() function returns a file object, which has a read() method for reading the content of the </a:t>
            </a:r>
            <a:r>
              <a:rPr lang="en-US" sz="1600" dirty="0" smtClean="0"/>
              <a:t>file. Example syntax</a:t>
            </a:r>
            <a:endParaRPr lang="en-US" sz="1600" dirty="0"/>
          </a:p>
        </p:txBody>
      </p:sp>
      <p:sp>
        <p:nvSpPr>
          <p:cNvPr id="12" name="Freeform 12"/>
          <p:cNvSpPr/>
          <p:nvPr/>
        </p:nvSpPr>
        <p:spPr>
          <a:xfrm>
            <a:off x="8058490" y="2356670"/>
            <a:ext cx="2566021" cy="3879030"/>
          </a:xfrm>
          <a:custGeom>
            <a:avLst/>
            <a:gdLst/>
            <a:ahLst/>
            <a:cxnLst/>
            <a:rect l="l" t="t" r="r" b="b"/>
            <a:pathLst>
              <a:path w="689" h="1041">
                <a:moveTo>
                  <a:pt x="534" y="591"/>
                </a:moveTo>
                <a:cubicBezTo>
                  <a:pt x="537" y="590"/>
                  <a:pt x="597" y="559"/>
                  <a:pt x="667" y="589"/>
                </a:cubicBezTo>
                <a:cubicBezTo>
                  <a:pt x="667" y="589"/>
                  <a:pt x="587" y="584"/>
                  <a:pt x="509" y="634"/>
                </a:cubicBezTo>
                <a:cubicBezTo>
                  <a:pt x="493" y="644"/>
                  <a:pt x="477" y="657"/>
                  <a:pt x="462" y="672"/>
                </a:cubicBezTo>
                <a:cubicBezTo>
                  <a:pt x="442" y="692"/>
                  <a:pt x="423" y="718"/>
                  <a:pt x="407" y="750"/>
                </a:cubicBezTo>
                <a:cubicBezTo>
                  <a:pt x="401" y="762"/>
                  <a:pt x="395" y="775"/>
                  <a:pt x="390" y="788"/>
                </a:cubicBezTo>
                <a:cubicBezTo>
                  <a:pt x="390" y="788"/>
                  <a:pt x="374" y="851"/>
                  <a:pt x="381" y="961"/>
                </a:cubicBezTo>
                <a:cubicBezTo>
                  <a:pt x="381" y="961"/>
                  <a:pt x="381" y="970"/>
                  <a:pt x="383" y="983"/>
                </a:cubicBezTo>
                <a:cubicBezTo>
                  <a:pt x="383" y="983"/>
                  <a:pt x="383" y="983"/>
                  <a:pt x="383" y="983"/>
                </a:cubicBezTo>
                <a:cubicBezTo>
                  <a:pt x="387" y="1000"/>
                  <a:pt x="387" y="1026"/>
                  <a:pt x="411" y="1041"/>
                </a:cubicBezTo>
                <a:cubicBezTo>
                  <a:pt x="227" y="1041"/>
                  <a:pt x="227" y="1041"/>
                  <a:pt x="227" y="1041"/>
                </a:cubicBezTo>
                <a:cubicBezTo>
                  <a:pt x="227" y="1041"/>
                  <a:pt x="258" y="1034"/>
                  <a:pt x="266" y="968"/>
                </a:cubicBezTo>
                <a:cubicBezTo>
                  <a:pt x="266" y="968"/>
                  <a:pt x="266" y="968"/>
                  <a:pt x="266" y="968"/>
                </a:cubicBezTo>
                <a:cubicBezTo>
                  <a:pt x="267" y="935"/>
                  <a:pt x="270" y="901"/>
                  <a:pt x="274" y="866"/>
                </a:cubicBezTo>
                <a:cubicBezTo>
                  <a:pt x="289" y="744"/>
                  <a:pt x="247" y="642"/>
                  <a:pt x="196" y="596"/>
                </a:cubicBezTo>
                <a:cubicBezTo>
                  <a:pt x="192" y="592"/>
                  <a:pt x="188" y="589"/>
                  <a:pt x="184" y="586"/>
                </a:cubicBezTo>
                <a:cubicBezTo>
                  <a:pt x="134" y="551"/>
                  <a:pt x="73" y="547"/>
                  <a:pt x="19" y="496"/>
                </a:cubicBezTo>
                <a:cubicBezTo>
                  <a:pt x="13" y="489"/>
                  <a:pt x="6" y="482"/>
                  <a:pt x="0" y="473"/>
                </a:cubicBezTo>
                <a:cubicBezTo>
                  <a:pt x="1" y="474"/>
                  <a:pt x="9" y="482"/>
                  <a:pt x="23" y="490"/>
                </a:cubicBezTo>
                <a:cubicBezTo>
                  <a:pt x="23" y="490"/>
                  <a:pt x="23" y="490"/>
                  <a:pt x="23" y="490"/>
                </a:cubicBezTo>
                <a:cubicBezTo>
                  <a:pt x="37" y="499"/>
                  <a:pt x="57" y="509"/>
                  <a:pt x="82" y="516"/>
                </a:cubicBezTo>
                <a:cubicBezTo>
                  <a:pt x="103" y="522"/>
                  <a:pt x="126" y="526"/>
                  <a:pt x="154" y="527"/>
                </a:cubicBezTo>
                <a:cubicBezTo>
                  <a:pt x="154" y="527"/>
                  <a:pt x="137" y="509"/>
                  <a:pt x="120" y="479"/>
                </a:cubicBezTo>
                <a:cubicBezTo>
                  <a:pt x="114" y="470"/>
                  <a:pt x="108" y="459"/>
                  <a:pt x="103" y="447"/>
                </a:cubicBezTo>
                <a:cubicBezTo>
                  <a:pt x="94" y="429"/>
                  <a:pt x="86" y="408"/>
                  <a:pt x="81" y="386"/>
                </a:cubicBezTo>
                <a:cubicBezTo>
                  <a:pt x="77" y="372"/>
                  <a:pt x="74" y="356"/>
                  <a:pt x="73" y="340"/>
                </a:cubicBezTo>
                <a:cubicBezTo>
                  <a:pt x="72" y="332"/>
                  <a:pt x="72" y="323"/>
                  <a:pt x="72" y="314"/>
                </a:cubicBezTo>
                <a:cubicBezTo>
                  <a:pt x="73" y="303"/>
                  <a:pt x="74" y="291"/>
                  <a:pt x="76" y="280"/>
                </a:cubicBezTo>
                <a:cubicBezTo>
                  <a:pt x="76" y="280"/>
                  <a:pt x="76" y="290"/>
                  <a:pt x="79" y="305"/>
                </a:cubicBezTo>
                <a:cubicBezTo>
                  <a:pt x="80" y="311"/>
                  <a:pt x="82" y="316"/>
                  <a:pt x="83" y="323"/>
                </a:cubicBezTo>
                <a:cubicBezTo>
                  <a:pt x="89" y="346"/>
                  <a:pt x="98" y="377"/>
                  <a:pt x="115" y="406"/>
                </a:cubicBezTo>
                <a:cubicBezTo>
                  <a:pt x="120" y="416"/>
                  <a:pt x="126" y="426"/>
                  <a:pt x="133" y="435"/>
                </a:cubicBezTo>
                <a:cubicBezTo>
                  <a:pt x="139" y="442"/>
                  <a:pt x="145" y="450"/>
                  <a:pt x="151" y="458"/>
                </a:cubicBezTo>
                <a:cubicBezTo>
                  <a:pt x="151" y="458"/>
                  <a:pt x="151" y="458"/>
                  <a:pt x="151" y="458"/>
                </a:cubicBezTo>
                <a:cubicBezTo>
                  <a:pt x="153" y="460"/>
                  <a:pt x="155" y="462"/>
                  <a:pt x="157" y="465"/>
                </a:cubicBezTo>
                <a:cubicBezTo>
                  <a:pt x="171" y="482"/>
                  <a:pt x="187" y="500"/>
                  <a:pt x="203" y="518"/>
                </a:cubicBezTo>
                <a:cubicBezTo>
                  <a:pt x="203" y="518"/>
                  <a:pt x="203" y="518"/>
                  <a:pt x="203" y="518"/>
                </a:cubicBezTo>
                <a:cubicBezTo>
                  <a:pt x="216" y="534"/>
                  <a:pt x="230" y="550"/>
                  <a:pt x="243" y="567"/>
                </a:cubicBezTo>
                <a:cubicBezTo>
                  <a:pt x="270" y="601"/>
                  <a:pt x="293" y="637"/>
                  <a:pt x="303" y="671"/>
                </a:cubicBezTo>
                <a:cubicBezTo>
                  <a:pt x="303" y="671"/>
                  <a:pt x="317" y="642"/>
                  <a:pt x="332" y="594"/>
                </a:cubicBezTo>
                <a:cubicBezTo>
                  <a:pt x="333" y="593"/>
                  <a:pt x="333" y="593"/>
                  <a:pt x="333" y="592"/>
                </a:cubicBezTo>
                <a:cubicBezTo>
                  <a:pt x="342" y="565"/>
                  <a:pt x="351" y="532"/>
                  <a:pt x="359" y="494"/>
                </a:cubicBezTo>
                <a:cubicBezTo>
                  <a:pt x="359" y="491"/>
                  <a:pt x="360" y="489"/>
                  <a:pt x="360" y="486"/>
                </a:cubicBezTo>
                <a:cubicBezTo>
                  <a:pt x="361" y="484"/>
                  <a:pt x="361" y="482"/>
                  <a:pt x="361" y="481"/>
                </a:cubicBezTo>
                <a:cubicBezTo>
                  <a:pt x="364" y="468"/>
                  <a:pt x="366" y="454"/>
                  <a:pt x="368" y="440"/>
                </a:cubicBezTo>
                <a:cubicBezTo>
                  <a:pt x="369" y="436"/>
                  <a:pt x="369" y="431"/>
                  <a:pt x="370" y="427"/>
                </a:cubicBezTo>
                <a:cubicBezTo>
                  <a:pt x="373" y="400"/>
                  <a:pt x="375" y="371"/>
                  <a:pt x="376" y="342"/>
                </a:cubicBezTo>
                <a:cubicBezTo>
                  <a:pt x="376" y="337"/>
                  <a:pt x="376" y="332"/>
                  <a:pt x="376" y="327"/>
                </a:cubicBezTo>
                <a:cubicBezTo>
                  <a:pt x="376" y="314"/>
                  <a:pt x="376" y="301"/>
                  <a:pt x="375" y="288"/>
                </a:cubicBezTo>
                <a:cubicBezTo>
                  <a:pt x="375" y="287"/>
                  <a:pt x="375" y="287"/>
                  <a:pt x="375" y="287"/>
                </a:cubicBezTo>
                <a:cubicBezTo>
                  <a:pt x="375" y="281"/>
                  <a:pt x="374" y="276"/>
                  <a:pt x="374" y="270"/>
                </a:cubicBezTo>
                <a:cubicBezTo>
                  <a:pt x="374" y="270"/>
                  <a:pt x="374" y="270"/>
                  <a:pt x="374" y="270"/>
                </a:cubicBezTo>
                <a:cubicBezTo>
                  <a:pt x="374" y="265"/>
                  <a:pt x="373" y="261"/>
                  <a:pt x="373" y="257"/>
                </a:cubicBezTo>
                <a:cubicBezTo>
                  <a:pt x="372" y="243"/>
                  <a:pt x="370" y="229"/>
                  <a:pt x="368" y="215"/>
                </a:cubicBezTo>
                <a:cubicBezTo>
                  <a:pt x="367" y="207"/>
                  <a:pt x="365" y="199"/>
                  <a:pt x="364" y="191"/>
                </a:cubicBezTo>
                <a:cubicBezTo>
                  <a:pt x="363" y="190"/>
                  <a:pt x="363" y="189"/>
                  <a:pt x="363" y="188"/>
                </a:cubicBezTo>
                <a:cubicBezTo>
                  <a:pt x="363" y="188"/>
                  <a:pt x="363" y="188"/>
                  <a:pt x="363" y="188"/>
                </a:cubicBezTo>
                <a:cubicBezTo>
                  <a:pt x="362" y="181"/>
                  <a:pt x="360" y="173"/>
                  <a:pt x="358" y="165"/>
                </a:cubicBezTo>
                <a:cubicBezTo>
                  <a:pt x="352" y="139"/>
                  <a:pt x="344" y="113"/>
                  <a:pt x="334" y="86"/>
                </a:cubicBezTo>
                <a:cubicBezTo>
                  <a:pt x="332" y="80"/>
                  <a:pt x="330" y="74"/>
                  <a:pt x="327" y="67"/>
                </a:cubicBezTo>
                <a:cubicBezTo>
                  <a:pt x="323" y="57"/>
                  <a:pt x="319" y="48"/>
                  <a:pt x="314" y="38"/>
                </a:cubicBezTo>
                <a:cubicBezTo>
                  <a:pt x="308" y="25"/>
                  <a:pt x="302" y="12"/>
                  <a:pt x="295" y="0"/>
                </a:cubicBezTo>
                <a:cubicBezTo>
                  <a:pt x="296" y="1"/>
                  <a:pt x="310" y="14"/>
                  <a:pt x="328" y="39"/>
                </a:cubicBezTo>
                <a:cubicBezTo>
                  <a:pt x="334" y="47"/>
                  <a:pt x="340" y="56"/>
                  <a:pt x="346" y="66"/>
                </a:cubicBezTo>
                <a:cubicBezTo>
                  <a:pt x="346" y="66"/>
                  <a:pt x="346" y="66"/>
                  <a:pt x="346" y="66"/>
                </a:cubicBezTo>
                <a:cubicBezTo>
                  <a:pt x="359" y="87"/>
                  <a:pt x="373" y="114"/>
                  <a:pt x="386" y="146"/>
                </a:cubicBezTo>
                <a:cubicBezTo>
                  <a:pt x="392" y="163"/>
                  <a:pt x="398" y="181"/>
                  <a:pt x="404" y="201"/>
                </a:cubicBezTo>
                <a:cubicBezTo>
                  <a:pt x="406" y="210"/>
                  <a:pt x="408" y="218"/>
                  <a:pt x="410" y="228"/>
                </a:cubicBezTo>
                <a:cubicBezTo>
                  <a:pt x="410" y="228"/>
                  <a:pt x="410" y="228"/>
                  <a:pt x="410" y="228"/>
                </a:cubicBezTo>
                <a:cubicBezTo>
                  <a:pt x="412" y="238"/>
                  <a:pt x="414" y="248"/>
                  <a:pt x="416" y="259"/>
                </a:cubicBezTo>
                <a:cubicBezTo>
                  <a:pt x="420" y="281"/>
                  <a:pt x="423" y="305"/>
                  <a:pt x="424" y="331"/>
                </a:cubicBezTo>
                <a:cubicBezTo>
                  <a:pt x="424" y="340"/>
                  <a:pt x="425" y="350"/>
                  <a:pt x="425" y="361"/>
                </a:cubicBezTo>
                <a:cubicBezTo>
                  <a:pt x="425" y="370"/>
                  <a:pt x="425" y="379"/>
                  <a:pt x="425" y="389"/>
                </a:cubicBezTo>
                <a:cubicBezTo>
                  <a:pt x="425" y="389"/>
                  <a:pt x="429" y="381"/>
                  <a:pt x="437" y="370"/>
                </a:cubicBezTo>
                <a:cubicBezTo>
                  <a:pt x="442" y="362"/>
                  <a:pt x="449" y="353"/>
                  <a:pt x="457" y="344"/>
                </a:cubicBezTo>
                <a:cubicBezTo>
                  <a:pt x="467" y="331"/>
                  <a:pt x="478" y="317"/>
                  <a:pt x="491" y="306"/>
                </a:cubicBezTo>
                <a:cubicBezTo>
                  <a:pt x="495" y="302"/>
                  <a:pt x="501" y="297"/>
                  <a:pt x="506" y="291"/>
                </a:cubicBezTo>
                <a:cubicBezTo>
                  <a:pt x="511" y="286"/>
                  <a:pt x="515" y="281"/>
                  <a:pt x="520" y="275"/>
                </a:cubicBezTo>
                <a:cubicBezTo>
                  <a:pt x="528" y="265"/>
                  <a:pt x="537" y="253"/>
                  <a:pt x="546" y="239"/>
                </a:cubicBezTo>
                <a:cubicBezTo>
                  <a:pt x="546" y="239"/>
                  <a:pt x="546" y="239"/>
                  <a:pt x="546" y="239"/>
                </a:cubicBezTo>
                <a:cubicBezTo>
                  <a:pt x="551" y="231"/>
                  <a:pt x="556" y="222"/>
                  <a:pt x="561" y="213"/>
                </a:cubicBezTo>
                <a:cubicBezTo>
                  <a:pt x="575" y="186"/>
                  <a:pt x="588" y="153"/>
                  <a:pt x="599" y="113"/>
                </a:cubicBezTo>
                <a:cubicBezTo>
                  <a:pt x="602" y="101"/>
                  <a:pt x="605" y="88"/>
                  <a:pt x="608" y="74"/>
                </a:cubicBezTo>
                <a:cubicBezTo>
                  <a:pt x="608" y="74"/>
                  <a:pt x="611" y="91"/>
                  <a:pt x="608" y="120"/>
                </a:cubicBezTo>
                <a:cubicBezTo>
                  <a:pt x="608" y="123"/>
                  <a:pt x="607" y="127"/>
                  <a:pt x="607" y="131"/>
                </a:cubicBezTo>
                <a:cubicBezTo>
                  <a:pt x="607" y="131"/>
                  <a:pt x="607" y="131"/>
                  <a:pt x="607" y="131"/>
                </a:cubicBezTo>
                <a:cubicBezTo>
                  <a:pt x="606" y="137"/>
                  <a:pt x="605" y="143"/>
                  <a:pt x="604" y="150"/>
                </a:cubicBezTo>
                <a:cubicBezTo>
                  <a:pt x="600" y="174"/>
                  <a:pt x="592" y="203"/>
                  <a:pt x="578" y="235"/>
                </a:cubicBezTo>
                <a:cubicBezTo>
                  <a:pt x="574" y="244"/>
                  <a:pt x="570" y="253"/>
                  <a:pt x="566" y="262"/>
                </a:cubicBezTo>
                <a:cubicBezTo>
                  <a:pt x="563" y="268"/>
                  <a:pt x="560" y="274"/>
                  <a:pt x="556" y="280"/>
                </a:cubicBezTo>
                <a:cubicBezTo>
                  <a:pt x="553" y="286"/>
                  <a:pt x="550" y="291"/>
                  <a:pt x="547" y="297"/>
                </a:cubicBezTo>
                <a:cubicBezTo>
                  <a:pt x="544" y="302"/>
                  <a:pt x="541" y="306"/>
                  <a:pt x="538" y="311"/>
                </a:cubicBezTo>
                <a:cubicBezTo>
                  <a:pt x="521" y="337"/>
                  <a:pt x="508" y="359"/>
                  <a:pt x="496" y="376"/>
                </a:cubicBezTo>
                <a:cubicBezTo>
                  <a:pt x="493" y="379"/>
                  <a:pt x="491" y="383"/>
                  <a:pt x="489" y="386"/>
                </a:cubicBezTo>
                <a:cubicBezTo>
                  <a:pt x="448" y="446"/>
                  <a:pt x="439" y="449"/>
                  <a:pt x="427" y="479"/>
                </a:cubicBezTo>
                <a:cubicBezTo>
                  <a:pt x="427" y="479"/>
                  <a:pt x="426" y="483"/>
                  <a:pt x="425" y="489"/>
                </a:cubicBezTo>
                <a:cubicBezTo>
                  <a:pt x="425" y="492"/>
                  <a:pt x="424" y="497"/>
                  <a:pt x="423" y="501"/>
                </a:cubicBezTo>
                <a:cubicBezTo>
                  <a:pt x="419" y="526"/>
                  <a:pt x="411" y="568"/>
                  <a:pt x="406" y="605"/>
                </a:cubicBezTo>
                <a:cubicBezTo>
                  <a:pt x="401" y="635"/>
                  <a:pt x="397" y="663"/>
                  <a:pt x="396" y="677"/>
                </a:cubicBezTo>
                <a:cubicBezTo>
                  <a:pt x="396" y="677"/>
                  <a:pt x="444" y="624"/>
                  <a:pt x="496" y="584"/>
                </a:cubicBezTo>
                <a:cubicBezTo>
                  <a:pt x="502" y="579"/>
                  <a:pt x="509" y="574"/>
                  <a:pt x="515" y="570"/>
                </a:cubicBezTo>
                <a:cubicBezTo>
                  <a:pt x="545" y="548"/>
                  <a:pt x="581" y="519"/>
                  <a:pt x="614" y="485"/>
                </a:cubicBezTo>
                <a:cubicBezTo>
                  <a:pt x="615" y="485"/>
                  <a:pt x="615" y="484"/>
                  <a:pt x="616" y="483"/>
                </a:cubicBezTo>
                <a:cubicBezTo>
                  <a:pt x="644" y="454"/>
                  <a:pt x="669" y="422"/>
                  <a:pt x="685" y="390"/>
                </a:cubicBezTo>
                <a:cubicBezTo>
                  <a:pt x="686" y="387"/>
                  <a:pt x="688" y="385"/>
                  <a:pt x="689" y="383"/>
                </a:cubicBezTo>
                <a:cubicBezTo>
                  <a:pt x="689" y="383"/>
                  <a:pt x="688" y="386"/>
                  <a:pt x="686" y="390"/>
                </a:cubicBezTo>
                <a:cubicBezTo>
                  <a:pt x="681" y="406"/>
                  <a:pt x="665" y="444"/>
                  <a:pt x="632" y="490"/>
                </a:cubicBezTo>
                <a:cubicBezTo>
                  <a:pt x="631" y="490"/>
                  <a:pt x="631" y="491"/>
                  <a:pt x="630" y="492"/>
                </a:cubicBezTo>
                <a:cubicBezTo>
                  <a:pt x="607" y="523"/>
                  <a:pt x="576" y="558"/>
                  <a:pt x="534" y="591"/>
                </a:cubicBezTo>
                <a:close/>
              </a:path>
            </a:pathLst>
          </a:custGeom>
          <a:solidFill>
            <a:srgbClr val="FFC529"/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3" name="Freeform 13"/>
          <p:cNvSpPr/>
          <p:nvPr/>
        </p:nvSpPr>
        <p:spPr>
          <a:xfrm>
            <a:off x="8208481" y="3288929"/>
            <a:ext cx="1218399" cy="1220707"/>
          </a:xfrm>
          <a:custGeom>
            <a:avLst/>
            <a:gdLst/>
            <a:ahLst/>
            <a:cxnLst/>
            <a:rect l="l" t="t" r="r" b="b"/>
            <a:pathLst>
              <a:path w="327" h="328">
                <a:moveTo>
                  <a:pt x="323" y="198"/>
                </a:moveTo>
                <a:cubicBezTo>
                  <a:pt x="321" y="209"/>
                  <a:pt x="317" y="219"/>
                  <a:pt x="313" y="229"/>
                </a:cubicBezTo>
                <a:cubicBezTo>
                  <a:pt x="312" y="231"/>
                  <a:pt x="311" y="233"/>
                  <a:pt x="310" y="235"/>
                </a:cubicBezTo>
                <a:cubicBezTo>
                  <a:pt x="295" y="266"/>
                  <a:pt x="270" y="291"/>
                  <a:pt x="240" y="307"/>
                </a:cubicBezTo>
                <a:cubicBezTo>
                  <a:pt x="228" y="313"/>
                  <a:pt x="216" y="318"/>
                  <a:pt x="203" y="321"/>
                </a:cubicBezTo>
                <a:cubicBezTo>
                  <a:pt x="193" y="323"/>
                  <a:pt x="183" y="325"/>
                  <a:pt x="173" y="325"/>
                </a:cubicBezTo>
                <a:cubicBezTo>
                  <a:pt x="121" y="328"/>
                  <a:pt x="74" y="306"/>
                  <a:pt x="42" y="270"/>
                </a:cubicBezTo>
                <a:cubicBezTo>
                  <a:pt x="31" y="257"/>
                  <a:pt x="22" y="243"/>
                  <a:pt x="15" y="227"/>
                </a:cubicBezTo>
                <a:cubicBezTo>
                  <a:pt x="8" y="210"/>
                  <a:pt x="3" y="191"/>
                  <a:pt x="2" y="171"/>
                </a:cubicBezTo>
                <a:cubicBezTo>
                  <a:pt x="0" y="133"/>
                  <a:pt x="12" y="97"/>
                  <a:pt x="32" y="68"/>
                </a:cubicBezTo>
                <a:cubicBezTo>
                  <a:pt x="35" y="65"/>
                  <a:pt x="37" y="62"/>
                  <a:pt x="39" y="59"/>
                </a:cubicBezTo>
                <a:cubicBezTo>
                  <a:pt x="55" y="40"/>
                  <a:pt x="76" y="24"/>
                  <a:pt x="99" y="14"/>
                </a:cubicBezTo>
                <a:cubicBezTo>
                  <a:pt x="109" y="10"/>
                  <a:pt x="120" y="6"/>
                  <a:pt x="132" y="4"/>
                </a:cubicBezTo>
                <a:cubicBezTo>
                  <a:pt x="139" y="2"/>
                  <a:pt x="147" y="1"/>
                  <a:pt x="155" y="1"/>
                </a:cubicBezTo>
                <a:cubicBezTo>
                  <a:pt x="155" y="1"/>
                  <a:pt x="155" y="1"/>
                  <a:pt x="155" y="1"/>
                </a:cubicBezTo>
                <a:cubicBezTo>
                  <a:pt x="155" y="1"/>
                  <a:pt x="156" y="1"/>
                  <a:pt x="156" y="1"/>
                </a:cubicBezTo>
                <a:cubicBezTo>
                  <a:pt x="165" y="0"/>
                  <a:pt x="173" y="0"/>
                  <a:pt x="182" y="1"/>
                </a:cubicBezTo>
                <a:cubicBezTo>
                  <a:pt x="182" y="1"/>
                  <a:pt x="182" y="1"/>
                  <a:pt x="182" y="1"/>
                </a:cubicBezTo>
                <a:cubicBezTo>
                  <a:pt x="206" y="4"/>
                  <a:pt x="228" y="12"/>
                  <a:pt x="248" y="24"/>
                </a:cubicBezTo>
                <a:cubicBezTo>
                  <a:pt x="253" y="27"/>
                  <a:pt x="259" y="30"/>
                  <a:pt x="264" y="34"/>
                </a:cubicBezTo>
                <a:cubicBezTo>
                  <a:pt x="277" y="45"/>
                  <a:pt x="290" y="58"/>
                  <a:pt x="299" y="72"/>
                </a:cubicBezTo>
                <a:cubicBezTo>
                  <a:pt x="299" y="73"/>
                  <a:pt x="299" y="73"/>
                  <a:pt x="299" y="73"/>
                </a:cubicBezTo>
                <a:cubicBezTo>
                  <a:pt x="302" y="77"/>
                  <a:pt x="305" y="82"/>
                  <a:pt x="308" y="86"/>
                </a:cubicBezTo>
                <a:cubicBezTo>
                  <a:pt x="319" y="107"/>
                  <a:pt x="325" y="130"/>
                  <a:pt x="327" y="155"/>
                </a:cubicBezTo>
                <a:cubicBezTo>
                  <a:pt x="327" y="170"/>
                  <a:pt x="326" y="184"/>
                  <a:pt x="323" y="198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4" name="Freeform 14"/>
          <p:cNvSpPr/>
          <p:nvPr/>
        </p:nvSpPr>
        <p:spPr>
          <a:xfrm>
            <a:off x="7735429" y="2682036"/>
            <a:ext cx="535357" cy="535357"/>
          </a:xfrm>
          <a:custGeom>
            <a:avLst/>
            <a:gdLst/>
            <a:ahLst/>
            <a:cxnLst/>
            <a:rect l="l" t="t" r="r" b="b"/>
            <a:pathLst>
              <a:path w="144" h="144">
                <a:moveTo>
                  <a:pt x="142" y="69"/>
                </a:moveTo>
                <a:cubicBezTo>
                  <a:pt x="144" y="107"/>
                  <a:pt x="114" y="140"/>
                  <a:pt x="76" y="142"/>
                </a:cubicBezTo>
                <a:cubicBezTo>
                  <a:pt x="37" y="144"/>
                  <a:pt x="4" y="114"/>
                  <a:pt x="2" y="76"/>
                </a:cubicBezTo>
                <a:cubicBezTo>
                  <a:pt x="0" y="37"/>
                  <a:pt x="30" y="4"/>
                  <a:pt x="69" y="2"/>
                </a:cubicBezTo>
                <a:cubicBezTo>
                  <a:pt x="107" y="0"/>
                  <a:pt x="140" y="30"/>
                  <a:pt x="142" y="69"/>
                </a:cubicBezTo>
                <a:close/>
              </a:path>
            </a:pathLst>
          </a:custGeom>
          <a:solidFill>
            <a:schemeClr val="accent1">
              <a:alpha val="30000"/>
            </a:schemeClr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5" name="Freeform 15"/>
          <p:cNvSpPr/>
          <p:nvPr/>
        </p:nvSpPr>
        <p:spPr>
          <a:xfrm>
            <a:off x="10377600" y="3325850"/>
            <a:ext cx="537665" cy="535357"/>
          </a:xfrm>
          <a:custGeom>
            <a:avLst/>
            <a:gdLst/>
            <a:ahLst/>
            <a:cxnLst/>
            <a:rect l="l" t="t" r="r" b="b"/>
            <a:pathLst>
              <a:path w="144" h="144">
                <a:moveTo>
                  <a:pt x="142" y="69"/>
                </a:moveTo>
                <a:cubicBezTo>
                  <a:pt x="144" y="108"/>
                  <a:pt x="114" y="141"/>
                  <a:pt x="75" y="142"/>
                </a:cubicBezTo>
                <a:cubicBezTo>
                  <a:pt x="36" y="144"/>
                  <a:pt x="3" y="115"/>
                  <a:pt x="1" y="76"/>
                </a:cubicBezTo>
                <a:cubicBezTo>
                  <a:pt x="0" y="37"/>
                  <a:pt x="29" y="4"/>
                  <a:pt x="68" y="2"/>
                </a:cubicBezTo>
                <a:cubicBezTo>
                  <a:pt x="107" y="0"/>
                  <a:pt x="140" y="30"/>
                  <a:pt x="142" y="69"/>
                </a:cubicBezTo>
                <a:close/>
              </a:path>
            </a:pathLst>
          </a:custGeom>
          <a:solidFill>
            <a:schemeClr val="accent1">
              <a:alpha val="30000"/>
            </a:schemeClr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6" name="Freeform 16"/>
          <p:cNvSpPr/>
          <p:nvPr/>
        </p:nvSpPr>
        <p:spPr>
          <a:xfrm>
            <a:off x="8990749" y="3575068"/>
            <a:ext cx="539972" cy="537665"/>
          </a:xfrm>
          <a:custGeom>
            <a:avLst/>
            <a:gdLst/>
            <a:ahLst/>
            <a:cxnLst/>
            <a:rect l="l" t="t" r="r" b="b"/>
            <a:pathLst>
              <a:path w="145" h="144">
                <a:moveTo>
                  <a:pt x="143" y="68"/>
                </a:moveTo>
                <a:cubicBezTo>
                  <a:pt x="145" y="107"/>
                  <a:pt x="115" y="140"/>
                  <a:pt x="76" y="142"/>
                </a:cubicBezTo>
                <a:cubicBezTo>
                  <a:pt x="37" y="144"/>
                  <a:pt x="4" y="114"/>
                  <a:pt x="2" y="75"/>
                </a:cubicBezTo>
                <a:cubicBezTo>
                  <a:pt x="0" y="36"/>
                  <a:pt x="30" y="3"/>
                  <a:pt x="69" y="2"/>
                </a:cubicBezTo>
                <a:cubicBezTo>
                  <a:pt x="108" y="0"/>
                  <a:pt x="141" y="29"/>
                  <a:pt x="143" y="68"/>
                </a:cubicBezTo>
                <a:close/>
              </a:path>
            </a:pathLst>
          </a:custGeom>
          <a:solidFill>
            <a:schemeClr val="accent1">
              <a:alpha val="30000"/>
            </a:schemeClr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7" name="Freeform 17"/>
          <p:cNvSpPr/>
          <p:nvPr/>
        </p:nvSpPr>
        <p:spPr>
          <a:xfrm>
            <a:off x="9011516" y="2017455"/>
            <a:ext cx="537665" cy="537665"/>
          </a:xfrm>
          <a:custGeom>
            <a:avLst/>
            <a:gdLst/>
            <a:ahLst/>
            <a:cxnLst/>
            <a:rect l="l" t="t" r="r" b="b"/>
            <a:pathLst>
              <a:path w="144" h="144">
                <a:moveTo>
                  <a:pt x="143" y="68"/>
                </a:moveTo>
                <a:cubicBezTo>
                  <a:pt x="144" y="107"/>
                  <a:pt x="115" y="140"/>
                  <a:pt x="76" y="142"/>
                </a:cubicBezTo>
                <a:cubicBezTo>
                  <a:pt x="37" y="144"/>
                  <a:pt x="4" y="114"/>
                  <a:pt x="2" y="75"/>
                </a:cubicBezTo>
                <a:cubicBezTo>
                  <a:pt x="0" y="37"/>
                  <a:pt x="30" y="4"/>
                  <a:pt x="69" y="2"/>
                </a:cubicBezTo>
                <a:cubicBezTo>
                  <a:pt x="108" y="0"/>
                  <a:pt x="141" y="30"/>
                  <a:pt x="143" y="68"/>
                </a:cubicBezTo>
                <a:close/>
              </a:path>
            </a:pathLst>
          </a:custGeom>
          <a:solidFill>
            <a:schemeClr val="accent1">
              <a:alpha val="30000"/>
            </a:schemeClr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8" name="Freeform 18"/>
          <p:cNvSpPr/>
          <p:nvPr/>
        </p:nvSpPr>
        <p:spPr>
          <a:xfrm>
            <a:off x="10389138" y="1775161"/>
            <a:ext cx="200760" cy="203066"/>
          </a:xfrm>
          <a:custGeom>
            <a:avLst/>
            <a:gdLst/>
            <a:ahLst/>
            <a:cxnLst/>
            <a:rect l="l" t="t" r="r" b="b"/>
            <a:pathLst>
              <a:path w="54" h="54">
                <a:moveTo>
                  <a:pt x="53" y="25"/>
                </a:moveTo>
                <a:cubicBezTo>
                  <a:pt x="54" y="40"/>
                  <a:pt x="43" y="52"/>
                  <a:pt x="28" y="53"/>
                </a:cubicBezTo>
                <a:cubicBezTo>
                  <a:pt x="14" y="54"/>
                  <a:pt x="2" y="42"/>
                  <a:pt x="1" y="28"/>
                </a:cubicBezTo>
                <a:cubicBezTo>
                  <a:pt x="0" y="14"/>
                  <a:pt x="11" y="1"/>
                  <a:pt x="26" y="1"/>
                </a:cubicBezTo>
                <a:cubicBezTo>
                  <a:pt x="40" y="0"/>
                  <a:pt x="52" y="11"/>
                  <a:pt x="53" y="25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 fontScale="47500" lnSpcReduction="20000"/>
          </a:bodyPr>
          <a:lstStyle/>
          <a:p>
            <a:pPr marL="0" algn="ctr"/>
            <a:endParaRPr/>
          </a:p>
        </p:txBody>
      </p:sp>
      <p:sp>
        <p:nvSpPr>
          <p:cNvPr id="19" name="Freeform 19"/>
          <p:cNvSpPr/>
          <p:nvPr/>
        </p:nvSpPr>
        <p:spPr>
          <a:xfrm>
            <a:off x="10594512" y="2151295"/>
            <a:ext cx="55382" cy="57690"/>
          </a:xfrm>
          <a:custGeom>
            <a:avLst/>
            <a:gdLst/>
            <a:ahLst/>
            <a:cxnLst/>
            <a:rect l="l" t="t" r="r" b="b"/>
            <a:pathLst>
              <a:path w="15" h="15">
                <a:moveTo>
                  <a:pt x="15" y="7"/>
                </a:moveTo>
                <a:cubicBezTo>
                  <a:pt x="15" y="11"/>
                  <a:pt x="12" y="15"/>
                  <a:pt x="8" y="15"/>
                </a:cubicBezTo>
                <a:cubicBezTo>
                  <a:pt x="4" y="15"/>
                  <a:pt x="1" y="12"/>
                  <a:pt x="1" y="8"/>
                </a:cubicBezTo>
                <a:cubicBezTo>
                  <a:pt x="0" y="4"/>
                  <a:pt x="4" y="1"/>
                  <a:pt x="8" y="0"/>
                </a:cubicBezTo>
                <a:cubicBezTo>
                  <a:pt x="12" y="0"/>
                  <a:pt x="15" y="3"/>
                  <a:pt x="15" y="7"/>
                </a:cubicBezTo>
                <a:close/>
              </a:path>
            </a:pathLst>
          </a:custGeom>
          <a:solidFill>
            <a:schemeClr val="accent1">
              <a:alpha val="30000"/>
            </a:schemeClr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20" name="Freeform 20"/>
          <p:cNvSpPr/>
          <p:nvPr/>
        </p:nvSpPr>
        <p:spPr>
          <a:xfrm>
            <a:off x="8238505" y="2642807"/>
            <a:ext cx="55382" cy="57690"/>
          </a:xfrm>
          <a:custGeom>
            <a:avLst/>
            <a:gdLst/>
            <a:ahLst/>
            <a:cxnLst/>
            <a:rect l="l" t="t" r="r" b="b"/>
            <a:pathLst>
              <a:path w="15" h="15">
                <a:moveTo>
                  <a:pt x="14" y="7"/>
                </a:moveTo>
                <a:cubicBezTo>
                  <a:pt x="15" y="11"/>
                  <a:pt x="12" y="14"/>
                  <a:pt x="8" y="14"/>
                </a:cubicBezTo>
                <a:cubicBezTo>
                  <a:pt x="3" y="15"/>
                  <a:pt x="0" y="12"/>
                  <a:pt x="0" y="8"/>
                </a:cubicBezTo>
                <a:cubicBezTo>
                  <a:pt x="0" y="4"/>
                  <a:pt x="3" y="0"/>
                  <a:pt x="7" y="0"/>
                </a:cubicBezTo>
                <a:cubicBezTo>
                  <a:pt x="11" y="0"/>
                  <a:pt x="14" y="3"/>
                  <a:pt x="14" y="7"/>
                </a:cubicBezTo>
                <a:close/>
              </a:path>
            </a:pathLst>
          </a:custGeom>
          <a:solidFill>
            <a:schemeClr val="accent1">
              <a:alpha val="60000"/>
            </a:schemeClr>
          </a:solidFill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21" name="Freeform 21"/>
          <p:cNvSpPr/>
          <p:nvPr/>
        </p:nvSpPr>
        <p:spPr>
          <a:xfrm>
            <a:off x="8508493" y="2518197"/>
            <a:ext cx="916111" cy="918413"/>
          </a:xfrm>
          <a:custGeom>
            <a:avLst/>
            <a:gdLst/>
            <a:ahLst/>
            <a:cxnLst/>
            <a:rect l="l" t="t" r="r" b="b"/>
            <a:pathLst>
              <a:path w="246" h="247">
                <a:moveTo>
                  <a:pt x="243" y="118"/>
                </a:moveTo>
                <a:cubicBezTo>
                  <a:pt x="246" y="184"/>
                  <a:pt x="195" y="240"/>
                  <a:pt x="129" y="243"/>
                </a:cubicBezTo>
                <a:cubicBezTo>
                  <a:pt x="63" y="247"/>
                  <a:pt x="7" y="196"/>
                  <a:pt x="3" y="130"/>
                </a:cubicBezTo>
                <a:cubicBezTo>
                  <a:pt x="0" y="63"/>
                  <a:pt x="51" y="7"/>
                  <a:pt x="117" y="4"/>
                </a:cubicBezTo>
                <a:cubicBezTo>
                  <a:pt x="183" y="0"/>
                  <a:pt x="240" y="51"/>
                  <a:pt x="243" y="118"/>
                </a:cubicBezTo>
                <a:close/>
              </a:path>
            </a:pathLst>
          </a:custGeom>
          <a:solidFill>
            <a:schemeClr val="accent1">
              <a:alpha val="60000"/>
            </a:schemeClr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22" name="Freeform 22"/>
          <p:cNvSpPr/>
          <p:nvPr/>
        </p:nvSpPr>
        <p:spPr>
          <a:xfrm>
            <a:off x="9491523" y="3076628"/>
            <a:ext cx="768426" cy="766113"/>
          </a:xfrm>
          <a:custGeom>
            <a:avLst/>
            <a:gdLst/>
            <a:ahLst/>
            <a:cxnLst/>
            <a:rect l="l" t="t" r="r" b="b"/>
            <a:pathLst>
              <a:path w="206" h="206">
                <a:moveTo>
                  <a:pt x="204" y="98"/>
                </a:moveTo>
                <a:cubicBezTo>
                  <a:pt x="206" y="153"/>
                  <a:pt x="164" y="200"/>
                  <a:pt x="108" y="203"/>
                </a:cubicBezTo>
                <a:cubicBezTo>
                  <a:pt x="53" y="206"/>
                  <a:pt x="6" y="163"/>
                  <a:pt x="3" y="108"/>
                </a:cubicBezTo>
                <a:cubicBezTo>
                  <a:pt x="0" y="52"/>
                  <a:pt x="43" y="5"/>
                  <a:pt x="98" y="3"/>
                </a:cubicBezTo>
                <a:cubicBezTo>
                  <a:pt x="154" y="0"/>
                  <a:pt x="201" y="42"/>
                  <a:pt x="204" y="98"/>
                </a:cubicBezTo>
                <a:close/>
              </a:path>
            </a:pathLst>
          </a:custGeom>
          <a:solidFill>
            <a:schemeClr val="accent1">
              <a:alpha val="60000"/>
            </a:schemeClr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23" name="Freeform 23"/>
          <p:cNvSpPr/>
          <p:nvPr/>
        </p:nvSpPr>
        <p:spPr>
          <a:xfrm>
            <a:off x="9286119" y="1800544"/>
            <a:ext cx="745346" cy="740732"/>
          </a:xfrm>
          <a:custGeom>
            <a:avLst/>
            <a:gdLst/>
            <a:ahLst/>
            <a:cxnLst/>
            <a:rect l="l" t="t" r="r" b="b"/>
            <a:pathLst>
              <a:path w="200" h="199">
                <a:moveTo>
                  <a:pt x="197" y="95"/>
                </a:moveTo>
                <a:cubicBezTo>
                  <a:pt x="200" y="148"/>
                  <a:pt x="158" y="194"/>
                  <a:pt x="105" y="197"/>
                </a:cubicBezTo>
                <a:cubicBezTo>
                  <a:pt x="51" y="199"/>
                  <a:pt x="6" y="158"/>
                  <a:pt x="3" y="105"/>
                </a:cubicBezTo>
                <a:cubicBezTo>
                  <a:pt x="0" y="51"/>
                  <a:pt x="42" y="5"/>
                  <a:pt x="95" y="3"/>
                </a:cubicBezTo>
                <a:cubicBezTo>
                  <a:pt x="149" y="0"/>
                  <a:pt x="194" y="41"/>
                  <a:pt x="197" y="95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24" name="Freeform 24"/>
          <p:cNvSpPr/>
          <p:nvPr/>
        </p:nvSpPr>
        <p:spPr>
          <a:xfrm>
            <a:off x="10220685" y="2268982"/>
            <a:ext cx="256141" cy="258448"/>
          </a:xfrm>
          <a:custGeom>
            <a:avLst/>
            <a:gdLst/>
            <a:ahLst/>
            <a:cxnLst/>
            <a:rect l="l" t="t" r="r" b="b"/>
            <a:pathLst>
              <a:path w="69" h="69">
                <a:moveTo>
                  <a:pt x="68" y="33"/>
                </a:moveTo>
                <a:cubicBezTo>
                  <a:pt x="69" y="52"/>
                  <a:pt x="54" y="67"/>
                  <a:pt x="36" y="68"/>
                </a:cubicBezTo>
                <a:cubicBezTo>
                  <a:pt x="17" y="69"/>
                  <a:pt x="1" y="55"/>
                  <a:pt x="0" y="36"/>
                </a:cubicBezTo>
                <a:cubicBezTo>
                  <a:pt x="0" y="18"/>
                  <a:pt x="14" y="2"/>
                  <a:pt x="32" y="1"/>
                </a:cubicBezTo>
                <a:cubicBezTo>
                  <a:pt x="51" y="0"/>
                  <a:pt x="67" y="14"/>
                  <a:pt x="68" y="33"/>
                </a:cubicBez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 fontScale="70000" lnSpcReduction="20000"/>
          </a:bodyPr>
          <a:lstStyle/>
          <a:p>
            <a:pPr marL="0" algn="ctr"/>
            <a:endParaRPr/>
          </a:p>
        </p:txBody>
      </p:sp>
      <p:sp>
        <p:nvSpPr>
          <p:cNvPr id="25" name="Freeform 25"/>
          <p:cNvSpPr/>
          <p:nvPr/>
        </p:nvSpPr>
        <p:spPr>
          <a:xfrm>
            <a:off x="7940803" y="1975919"/>
            <a:ext cx="235373" cy="237681"/>
          </a:xfrm>
          <a:custGeom>
            <a:avLst/>
            <a:gdLst/>
            <a:ahLst/>
            <a:cxnLst/>
            <a:rect l="l" t="t" r="r" b="b"/>
            <a:pathLst>
              <a:path w="63" h="64">
                <a:moveTo>
                  <a:pt x="62" y="30"/>
                </a:moveTo>
                <a:cubicBezTo>
                  <a:pt x="63" y="47"/>
                  <a:pt x="50" y="62"/>
                  <a:pt x="33" y="63"/>
                </a:cubicBezTo>
                <a:cubicBezTo>
                  <a:pt x="16" y="64"/>
                  <a:pt x="1" y="51"/>
                  <a:pt x="1" y="34"/>
                </a:cubicBezTo>
                <a:cubicBezTo>
                  <a:pt x="0" y="16"/>
                  <a:pt x="13" y="2"/>
                  <a:pt x="30" y="1"/>
                </a:cubicBezTo>
                <a:cubicBezTo>
                  <a:pt x="47" y="0"/>
                  <a:pt x="62" y="13"/>
                  <a:pt x="62" y="30"/>
                </a:cubicBezTo>
                <a:close/>
              </a:path>
            </a:pathLst>
          </a:custGeom>
          <a:solidFill>
            <a:srgbClr val="FFC529"/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 fontScale="62500" lnSpcReduction="20000"/>
          </a:bodyPr>
          <a:lstStyle/>
          <a:p>
            <a:pPr marL="0" algn="ctr"/>
            <a:endParaRPr/>
          </a:p>
        </p:txBody>
      </p:sp>
      <p:sp>
        <p:nvSpPr>
          <p:cNvPr id="26" name="Freeform 26"/>
          <p:cNvSpPr/>
          <p:nvPr/>
        </p:nvSpPr>
        <p:spPr>
          <a:xfrm>
            <a:off x="9819167" y="1445178"/>
            <a:ext cx="237681" cy="239987"/>
          </a:xfrm>
          <a:custGeom>
            <a:avLst/>
            <a:gdLst/>
            <a:ahLst/>
            <a:cxnLst/>
            <a:rect l="l" t="t" r="r" b="b"/>
            <a:pathLst>
              <a:path w="64" h="64">
                <a:moveTo>
                  <a:pt x="63" y="31"/>
                </a:moveTo>
                <a:cubicBezTo>
                  <a:pt x="64" y="48"/>
                  <a:pt x="50" y="62"/>
                  <a:pt x="33" y="63"/>
                </a:cubicBezTo>
                <a:cubicBezTo>
                  <a:pt x="16" y="64"/>
                  <a:pt x="2" y="51"/>
                  <a:pt x="1" y="34"/>
                </a:cubicBezTo>
                <a:cubicBezTo>
                  <a:pt x="0" y="17"/>
                  <a:pt x="13" y="2"/>
                  <a:pt x="30" y="1"/>
                </a:cubicBezTo>
                <a:cubicBezTo>
                  <a:pt x="47" y="0"/>
                  <a:pt x="62" y="13"/>
                  <a:pt x="63" y="31"/>
                </a:cubicBezTo>
                <a:close/>
              </a:path>
            </a:pathLst>
          </a:custGeom>
          <a:solidFill>
            <a:srgbClr val="FFC529"/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 fontScale="62500" lnSpcReduction="20000"/>
          </a:bodyPr>
          <a:lstStyle/>
          <a:p>
            <a:pPr marL="0" algn="ctr"/>
            <a:endParaRPr/>
          </a:p>
        </p:txBody>
      </p:sp>
      <p:sp>
        <p:nvSpPr>
          <p:cNvPr id="27" name="Freeform 27"/>
          <p:cNvSpPr/>
          <p:nvPr/>
        </p:nvSpPr>
        <p:spPr>
          <a:xfrm>
            <a:off x="10123767" y="2439742"/>
            <a:ext cx="55382" cy="57690"/>
          </a:xfrm>
          <a:custGeom>
            <a:avLst/>
            <a:gdLst/>
            <a:ahLst/>
            <a:cxnLst/>
            <a:rect l="l" t="t" r="r" b="b"/>
            <a:pathLst>
              <a:path w="15" h="15">
                <a:moveTo>
                  <a:pt x="15" y="7"/>
                </a:moveTo>
                <a:cubicBezTo>
                  <a:pt x="15" y="11"/>
                  <a:pt x="12" y="15"/>
                  <a:pt x="8" y="15"/>
                </a:cubicBezTo>
                <a:cubicBezTo>
                  <a:pt x="4" y="15"/>
                  <a:pt x="0" y="12"/>
                  <a:pt x="0" y="8"/>
                </a:cubicBezTo>
                <a:cubicBezTo>
                  <a:pt x="0" y="4"/>
                  <a:pt x="3" y="1"/>
                  <a:pt x="7" y="0"/>
                </a:cubicBezTo>
                <a:cubicBezTo>
                  <a:pt x="11" y="0"/>
                  <a:pt x="14" y="3"/>
                  <a:pt x="15" y="7"/>
                </a:cubicBezTo>
                <a:close/>
              </a:path>
            </a:pathLst>
          </a:custGeom>
          <a:solidFill>
            <a:schemeClr val="accent1"/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28" name="Freeform 28"/>
          <p:cNvSpPr/>
          <p:nvPr/>
        </p:nvSpPr>
        <p:spPr>
          <a:xfrm>
            <a:off x="10610665" y="3171242"/>
            <a:ext cx="55382" cy="55382"/>
          </a:xfrm>
          <a:custGeom>
            <a:avLst/>
            <a:gdLst/>
            <a:ahLst/>
            <a:cxnLst/>
            <a:rect l="l" t="t" r="r" b="b"/>
            <a:pathLst>
              <a:path w="15" h="15">
                <a:moveTo>
                  <a:pt x="14" y="7"/>
                </a:moveTo>
                <a:cubicBezTo>
                  <a:pt x="15" y="11"/>
                  <a:pt x="12" y="14"/>
                  <a:pt x="8" y="14"/>
                </a:cubicBezTo>
                <a:cubicBezTo>
                  <a:pt x="3" y="15"/>
                  <a:pt x="0" y="11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11" y="0"/>
                  <a:pt x="14" y="3"/>
                  <a:pt x="14" y="7"/>
                </a:cubicBezTo>
                <a:close/>
              </a:path>
            </a:pathLst>
          </a:custGeom>
          <a:solidFill>
            <a:schemeClr val="accent1"/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29" name="Freeform 29"/>
          <p:cNvSpPr/>
          <p:nvPr/>
        </p:nvSpPr>
        <p:spPr>
          <a:xfrm>
            <a:off x="8817681" y="2195140"/>
            <a:ext cx="55382" cy="55382"/>
          </a:xfrm>
          <a:custGeom>
            <a:avLst/>
            <a:gdLst/>
            <a:ahLst/>
            <a:cxnLst/>
            <a:rect l="l" t="t" r="r" b="b"/>
            <a:pathLst>
              <a:path w="15" h="15">
                <a:moveTo>
                  <a:pt x="15" y="7"/>
                </a:moveTo>
                <a:cubicBezTo>
                  <a:pt x="15" y="11"/>
                  <a:pt x="12" y="15"/>
                  <a:pt x="8" y="15"/>
                </a:cubicBezTo>
                <a:cubicBezTo>
                  <a:pt x="4" y="15"/>
                  <a:pt x="0" y="12"/>
                  <a:pt x="0" y="8"/>
                </a:cubicBezTo>
                <a:cubicBezTo>
                  <a:pt x="0" y="4"/>
                  <a:pt x="3" y="1"/>
                  <a:pt x="7" y="1"/>
                </a:cubicBezTo>
                <a:cubicBezTo>
                  <a:pt x="11" y="0"/>
                  <a:pt x="15" y="3"/>
                  <a:pt x="15" y="7"/>
                </a:cubicBezTo>
                <a:close/>
              </a:path>
            </a:pathLst>
          </a:custGeom>
          <a:solidFill>
            <a:schemeClr val="accent1"/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30" name="Freeform 30"/>
          <p:cNvSpPr/>
          <p:nvPr/>
        </p:nvSpPr>
        <p:spPr>
          <a:xfrm>
            <a:off x="8480775" y="1389796"/>
            <a:ext cx="57690" cy="55382"/>
          </a:xfrm>
          <a:custGeom>
            <a:avLst/>
            <a:gdLst/>
            <a:ahLst/>
            <a:cxnLst/>
            <a:rect l="l" t="t" r="r" b="b"/>
            <a:pathLst>
              <a:path w="15" h="15">
                <a:moveTo>
                  <a:pt x="15" y="7"/>
                </a:moveTo>
                <a:cubicBezTo>
                  <a:pt x="15" y="11"/>
                  <a:pt x="12" y="14"/>
                  <a:pt x="8" y="14"/>
                </a:cubicBezTo>
                <a:cubicBezTo>
                  <a:pt x="4" y="15"/>
                  <a:pt x="1" y="12"/>
                  <a:pt x="1" y="8"/>
                </a:cubicBezTo>
                <a:cubicBezTo>
                  <a:pt x="0" y="3"/>
                  <a:pt x="4" y="0"/>
                  <a:pt x="8" y="0"/>
                </a:cubicBezTo>
                <a:cubicBezTo>
                  <a:pt x="12" y="0"/>
                  <a:pt x="15" y="3"/>
                  <a:pt x="15" y="7"/>
                </a:cubicBezTo>
                <a:close/>
              </a:path>
            </a:pathLst>
          </a:custGeom>
          <a:solidFill>
            <a:schemeClr val="accent1"/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31" name="Freeform 31"/>
          <p:cNvSpPr/>
          <p:nvPr/>
        </p:nvSpPr>
        <p:spPr>
          <a:xfrm>
            <a:off x="8277708" y="3178166"/>
            <a:ext cx="55382" cy="55382"/>
          </a:xfrm>
          <a:custGeom>
            <a:avLst/>
            <a:gdLst/>
            <a:ahLst/>
            <a:cxnLst/>
            <a:rect l="l" t="t" r="r" b="b"/>
            <a:pathLst>
              <a:path w="15" h="15">
                <a:moveTo>
                  <a:pt x="15" y="7"/>
                </a:moveTo>
                <a:cubicBezTo>
                  <a:pt x="15" y="11"/>
                  <a:pt x="12" y="14"/>
                  <a:pt x="8" y="15"/>
                </a:cubicBezTo>
                <a:cubicBezTo>
                  <a:pt x="4" y="15"/>
                  <a:pt x="0" y="12"/>
                  <a:pt x="0" y="8"/>
                </a:cubicBezTo>
                <a:cubicBezTo>
                  <a:pt x="0" y="4"/>
                  <a:pt x="3" y="0"/>
                  <a:pt x="7" y="0"/>
                </a:cubicBezTo>
                <a:cubicBezTo>
                  <a:pt x="11" y="0"/>
                  <a:pt x="15" y="3"/>
                  <a:pt x="15" y="7"/>
                </a:cubicBezTo>
                <a:close/>
              </a:path>
            </a:pathLst>
          </a:custGeom>
          <a:solidFill>
            <a:schemeClr val="accent1"/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32" name="Freeform 32"/>
          <p:cNvSpPr/>
          <p:nvPr/>
        </p:nvSpPr>
        <p:spPr>
          <a:xfrm>
            <a:off x="8370012" y="2354362"/>
            <a:ext cx="341521" cy="346136"/>
          </a:xfrm>
          <a:custGeom>
            <a:avLst/>
            <a:gdLst/>
            <a:ahLst/>
            <a:cxnLst/>
            <a:rect l="l" t="t" r="r" b="b"/>
            <a:pathLst>
              <a:path w="92" h="93">
                <a:moveTo>
                  <a:pt x="91" y="44"/>
                </a:moveTo>
                <a:cubicBezTo>
                  <a:pt x="92" y="69"/>
                  <a:pt x="73" y="90"/>
                  <a:pt x="48" y="91"/>
                </a:cubicBezTo>
                <a:cubicBezTo>
                  <a:pt x="23" y="93"/>
                  <a:pt x="2" y="73"/>
                  <a:pt x="1" y="49"/>
                </a:cubicBezTo>
                <a:cubicBezTo>
                  <a:pt x="0" y="24"/>
                  <a:pt x="19" y="3"/>
                  <a:pt x="44" y="1"/>
                </a:cubicBezTo>
                <a:cubicBezTo>
                  <a:pt x="69" y="0"/>
                  <a:pt x="90" y="19"/>
                  <a:pt x="91" y="44"/>
                </a:cubicBezTo>
                <a:close/>
              </a:path>
            </a:pathLst>
          </a:custGeom>
          <a:solidFill>
            <a:schemeClr val="accent1"/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 lnSpcReduction="10000"/>
          </a:bodyPr>
          <a:lstStyle/>
          <a:p>
            <a:pPr marL="0" algn="ctr"/>
            <a:endParaRPr/>
          </a:p>
        </p:txBody>
      </p:sp>
      <p:sp>
        <p:nvSpPr>
          <p:cNvPr id="33" name="Freeform 33"/>
          <p:cNvSpPr/>
          <p:nvPr/>
        </p:nvSpPr>
        <p:spPr>
          <a:xfrm>
            <a:off x="10301450" y="2772033"/>
            <a:ext cx="346136" cy="346136"/>
          </a:xfrm>
          <a:custGeom>
            <a:avLst/>
            <a:gdLst/>
            <a:ahLst/>
            <a:cxnLst/>
            <a:rect l="l" t="t" r="r" b="b"/>
            <a:pathLst>
              <a:path w="93" h="93">
                <a:moveTo>
                  <a:pt x="92" y="44"/>
                </a:moveTo>
                <a:cubicBezTo>
                  <a:pt x="93" y="69"/>
                  <a:pt x="74" y="90"/>
                  <a:pt x="49" y="91"/>
                </a:cubicBezTo>
                <a:cubicBezTo>
                  <a:pt x="24" y="93"/>
                  <a:pt x="3" y="74"/>
                  <a:pt x="2" y="49"/>
                </a:cubicBezTo>
                <a:cubicBezTo>
                  <a:pt x="0" y="24"/>
                  <a:pt x="19" y="3"/>
                  <a:pt x="44" y="1"/>
                </a:cubicBezTo>
                <a:cubicBezTo>
                  <a:pt x="69" y="0"/>
                  <a:pt x="90" y="19"/>
                  <a:pt x="92" y="44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 lnSpcReduction="10000"/>
          </a:bodyPr>
          <a:lstStyle/>
          <a:p>
            <a:pPr marL="0" algn="ctr"/>
            <a:endParaRPr/>
          </a:p>
        </p:txBody>
      </p:sp>
      <p:sp>
        <p:nvSpPr>
          <p:cNvPr id="34" name="AutoShape 34"/>
          <p:cNvSpPr/>
          <p:nvPr/>
        </p:nvSpPr>
        <p:spPr>
          <a:xfrm>
            <a:off x="8586923" y="1223651"/>
            <a:ext cx="978411" cy="978410"/>
          </a:xfrm>
          <a:prstGeom prst="ellipse">
            <a:avLst/>
          </a:prstGeom>
          <a:solidFill>
            <a:srgbClr val="EFD0E2"/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cxnSp>
        <p:nvCxnSpPr>
          <p:cNvPr id="35" name="Connector 35"/>
          <p:cNvCxnSpPr/>
          <p:nvPr/>
        </p:nvCxnSpPr>
        <p:spPr>
          <a:xfrm>
            <a:off x="8400854" y="3773427"/>
            <a:ext cx="1142924" cy="414214"/>
          </a:xfrm>
          <a:prstGeom prst="line">
            <a:avLst/>
          </a:prstGeom>
          <a:ln w="57150" cap="flat" cmpd="sng">
            <a:solidFill>
              <a:schemeClr val="accent1"/>
            </a:solidFill>
            <a:prstDash val="solid"/>
          </a:ln>
        </p:spPr>
      </p:cxnSp>
      <p:cxnSp>
        <p:nvCxnSpPr>
          <p:cNvPr id="36" name="Connector 36"/>
          <p:cNvCxnSpPr/>
          <p:nvPr/>
        </p:nvCxnSpPr>
        <p:spPr>
          <a:xfrm flipV="1">
            <a:off x="9559119" y="3903828"/>
            <a:ext cx="1020194" cy="276143"/>
          </a:xfrm>
          <a:prstGeom prst="line">
            <a:avLst/>
          </a:prstGeom>
          <a:ln w="57150" cap="flat" cmpd="sng">
            <a:solidFill>
              <a:schemeClr val="accent1"/>
            </a:solidFill>
            <a:prstDash val="solid"/>
          </a:ln>
        </p:spPr>
      </p:cxnSp>
      <p:sp>
        <p:nvSpPr>
          <p:cNvPr id="37" name="Freeform 37"/>
          <p:cNvSpPr/>
          <p:nvPr/>
        </p:nvSpPr>
        <p:spPr>
          <a:xfrm>
            <a:off x="8720997" y="3283162"/>
            <a:ext cx="1169940" cy="1169941"/>
          </a:xfrm>
          <a:custGeom>
            <a:avLst/>
            <a:gdLst/>
            <a:ahLst/>
            <a:cxnLst/>
            <a:rect l="l" t="t" r="r" b="b"/>
            <a:pathLst>
              <a:path w="314" h="314">
                <a:moveTo>
                  <a:pt x="310" y="150"/>
                </a:moveTo>
                <a:cubicBezTo>
                  <a:pt x="314" y="234"/>
                  <a:pt x="249" y="306"/>
                  <a:pt x="165" y="310"/>
                </a:cubicBezTo>
                <a:cubicBezTo>
                  <a:pt x="80" y="314"/>
                  <a:pt x="9" y="249"/>
                  <a:pt x="4" y="165"/>
                </a:cubicBezTo>
                <a:cubicBezTo>
                  <a:pt x="0" y="80"/>
                  <a:pt x="65" y="9"/>
                  <a:pt x="149" y="4"/>
                </a:cubicBezTo>
                <a:cubicBezTo>
                  <a:pt x="234" y="0"/>
                  <a:pt x="306" y="65"/>
                  <a:pt x="310" y="150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8" name="Freeform 38"/>
          <p:cNvSpPr/>
          <p:nvPr/>
        </p:nvSpPr>
        <p:spPr>
          <a:xfrm>
            <a:off x="8370011" y="2421283"/>
            <a:ext cx="953029" cy="948413"/>
          </a:xfrm>
          <a:custGeom>
            <a:avLst/>
            <a:gdLst/>
            <a:ahLst/>
            <a:cxnLst/>
            <a:rect l="l" t="t" r="r" b="b"/>
            <a:pathLst>
              <a:path w="256" h="255">
                <a:moveTo>
                  <a:pt x="252" y="121"/>
                </a:moveTo>
                <a:cubicBezTo>
                  <a:pt x="256" y="190"/>
                  <a:pt x="203" y="248"/>
                  <a:pt x="134" y="252"/>
                </a:cubicBezTo>
                <a:cubicBezTo>
                  <a:pt x="65" y="255"/>
                  <a:pt x="7" y="202"/>
                  <a:pt x="4" y="133"/>
                </a:cubicBezTo>
                <a:cubicBezTo>
                  <a:pt x="0" y="65"/>
                  <a:pt x="53" y="6"/>
                  <a:pt x="122" y="3"/>
                </a:cubicBezTo>
                <a:cubicBezTo>
                  <a:pt x="190" y="0"/>
                  <a:pt x="249" y="52"/>
                  <a:pt x="252" y="121"/>
                </a:cubicBezTo>
                <a:close/>
              </a:path>
            </a:pathLst>
          </a:custGeom>
          <a:solidFill>
            <a:srgbClr val="FFC529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9" name="Freeform 39"/>
          <p:cNvSpPr/>
          <p:nvPr/>
        </p:nvSpPr>
        <p:spPr>
          <a:xfrm>
            <a:off x="8250017" y="1851311"/>
            <a:ext cx="1169940" cy="1169941"/>
          </a:xfrm>
          <a:custGeom>
            <a:avLst/>
            <a:gdLst/>
            <a:ahLst/>
            <a:cxnLst/>
            <a:rect l="l" t="t" r="r" b="b"/>
            <a:pathLst>
              <a:path w="314" h="314">
                <a:moveTo>
                  <a:pt x="310" y="150"/>
                </a:moveTo>
                <a:cubicBezTo>
                  <a:pt x="314" y="234"/>
                  <a:pt x="249" y="306"/>
                  <a:pt x="164" y="310"/>
                </a:cubicBezTo>
                <a:cubicBezTo>
                  <a:pt x="80" y="314"/>
                  <a:pt x="8" y="249"/>
                  <a:pt x="4" y="165"/>
                </a:cubicBezTo>
                <a:cubicBezTo>
                  <a:pt x="0" y="80"/>
                  <a:pt x="65" y="9"/>
                  <a:pt x="149" y="4"/>
                </a:cubicBezTo>
                <a:cubicBezTo>
                  <a:pt x="234" y="0"/>
                  <a:pt x="305" y="65"/>
                  <a:pt x="310" y="150"/>
                </a:cubicBezTo>
                <a:close/>
              </a:path>
            </a:pathLst>
          </a:custGeom>
          <a:solidFill>
            <a:srgbClr val="FFC529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0" name="Freeform 40"/>
          <p:cNvSpPr/>
          <p:nvPr/>
        </p:nvSpPr>
        <p:spPr>
          <a:xfrm>
            <a:off x="9687635" y="2633579"/>
            <a:ext cx="856111" cy="856111"/>
          </a:xfrm>
          <a:custGeom>
            <a:avLst/>
            <a:gdLst/>
            <a:ahLst/>
            <a:cxnLst/>
            <a:rect l="l" t="t" r="r" b="b"/>
            <a:pathLst>
              <a:path w="230" h="230">
                <a:moveTo>
                  <a:pt x="227" y="109"/>
                </a:moveTo>
                <a:cubicBezTo>
                  <a:pt x="230" y="171"/>
                  <a:pt x="182" y="224"/>
                  <a:pt x="121" y="227"/>
                </a:cubicBezTo>
                <a:cubicBezTo>
                  <a:pt x="59" y="230"/>
                  <a:pt x="6" y="182"/>
                  <a:pt x="3" y="120"/>
                </a:cubicBezTo>
                <a:cubicBezTo>
                  <a:pt x="0" y="59"/>
                  <a:pt x="48" y="6"/>
                  <a:pt x="109" y="3"/>
                </a:cubicBezTo>
                <a:cubicBezTo>
                  <a:pt x="171" y="0"/>
                  <a:pt x="224" y="48"/>
                  <a:pt x="227" y="109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1" name="Freeform 41"/>
          <p:cNvSpPr/>
          <p:nvPr/>
        </p:nvSpPr>
        <p:spPr>
          <a:xfrm>
            <a:off x="8944598" y="2174371"/>
            <a:ext cx="1220707" cy="1220707"/>
          </a:xfrm>
          <a:custGeom>
            <a:avLst/>
            <a:gdLst/>
            <a:ahLst/>
            <a:cxnLst/>
            <a:rect l="l" t="t" r="r" b="b"/>
            <a:pathLst>
              <a:path w="328" h="328">
                <a:moveTo>
                  <a:pt x="323" y="156"/>
                </a:moveTo>
                <a:cubicBezTo>
                  <a:pt x="328" y="244"/>
                  <a:pt x="260" y="319"/>
                  <a:pt x="172" y="323"/>
                </a:cubicBezTo>
                <a:cubicBezTo>
                  <a:pt x="84" y="328"/>
                  <a:pt x="9" y="260"/>
                  <a:pt x="4" y="172"/>
                </a:cubicBezTo>
                <a:cubicBezTo>
                  <a:pt x="0" y="84"/>
                  <a:pt x="68" y="9"/>
                  <a:pt x="156" y="4"/>
                </a:cubicBezTo>
                <a:cubicBezTo>
                  <a:pt x="244" y="0"/>
                  <a:pt x="319" y="68"/>
                  <a:pt x="323" y="156"/>
                </a:cubicBezTo>
                <a:close/>
              </a:path>
            </a:pathLst>
          </a:custGeom>
          <a:solidFill>
            <a:schemeClr val="accent2">
              <a:lumMod val="90000"/>
            </a:schemeClr>
          </a:solidFill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2" name="Freeform 42"/>
          <p:cNvSpPr/>
          <p:nvPr/>
        </p:nvSpPr>
        <p:spPr>
          <a:xfrm>
            <a:off x="10202224" y="3547377"/>
            <a:ext cx="722271" cy="717656"/>
          </a:xfrm>
          <a:custGeom>
            <a:avLst/>
            <a:gdLst/>
            <a:ahLst/>
            <a:cxnLst/>
            <a:rect l="l" t="t" r="r" b="b"/>
            <a:pathLst>
              <a:path w="194" h="193">
                <a:moveTo>
                  <a:pt x="192" y="93"/>
                </a:moveTo>
                <a:cubicBezTo>
                  <a:pt x="194" y="145"/>
                  <a:pt x="153" y="190"/>
                  <a:pt x="101" y="192"/>
                </a:cubicBezTo>
                <a:cubicBezTo>
                  <a:pt x="84" y="193"/>
                  <a:pt x="69" y="190"/>
                  <a:pt x="55" y="183"/>
                </a:cubicBezTo>
                <a:cubicBezTo>
                  <a:pt x="50" y="181"/>
                  <a:pt x="45" y="178"/>
                  <a:pt x="40" y="174"/>
                </a:cubicBezTo>
                <a:cubicBezTo>
                  <a:pt x="25" y="163"/>
                  <a:pt x="12" y="147"/>
                  <a:pt x="6" y="127"/>
                </a:cubicBezTo>
                <a:cubicBezTo>
                  <a:pt x="4" y="122"/>
                  <a:pt x="2" y="115"/>
                  <a:pt x="1" y="109"/>
                </a:cubicBezTo>
                <a:cubicBezTo>
                  <a:pt x="1" y="106"/>
                  <a:pt x="1" y="104"/>
                  <a:pt x="1" y="101"/>
                </a:cubicBezTo>
                <a:cubicBezTo>
                  <a:pt x="0" y="79"/>
                  <a:pt x="6" y="59"/>
                  <a:pt x="18" y="43"/>
                </a:cubicBezTo>
                <a:cubicBezTo>
                  <a:pt x="26" y="31"/>
                  <a:pt x="36" y="21"/>
                  <a:pt x="48" y="14"/>
                </a:cubicBezTo>
                <a:cubicBezTo>
                  <a:pt x="61" y="6"/>
                  <a:pt x="76" y="2"/>
                  <a:pt x="92" y="1"/>
                </a:cubicBezTo>
                <a:cubicBezTo>
                  <a:pt x="129" y="0"/>
                  <a:pt x="161" y="19"/>
                  <a:pt x="179" y="48"/>
                </a:cubicBezTo>
                <a:cubicBezTo>
                  <a:pt x="179" y="48"/>
                  <a:pt x="179" y="48"/>
                  <a:pt x="179" y="48"/>
                </a:cubicBezTo>
                <a:cubicBezTo>
                  <a:pt x="187" y="61"/>
                  <a:pt x="191" y="76"/>
                  <a:pt x="192" y="93"/>
                </a:cubicBezTo>
                <a:close/>
              </a:path>
            </a:pathLst>
          </a:custGeom>
          <a:solidFill>
            <a:srgbClr val="FFC529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3" name="Freeform 43"/>
          <p:cNvSpPr/>
          <p:nvPr/>
        </p:nvSpPr>
        <p:spPr>
          <a:xfrm>
            <a:off x="7986955" y="3328158"/>
            <a:ext cx="869955" cy="869956"/>
          </a:xfrm>
          <a:custGeom>
            <a:avLst/>
            <a:gdLst/>
            <a:ahLst/>
            <a:cxnLst/>
            <a:rect l="l" t="t" r="r" b="b"/>
            <a:pathLst>
              <a:path w="234" h="234">
                <a:moveTo>
                  <a:pt x="232" y="112"/>
                </a:moveTo>
                <a:cubicBezTo>
                  <a:pt x="234" y="175"/>
                  <a:pt x="185" y="229"/>
                  <a:pt x="122" y="232"/>
                </a:cubicBezTo>
                <a:cubicBezTo>
                  <a:pt x="59" y="234"/>
                  <a:pt x="6" y="185"/>
                  <a:pt x="3" y="122"/>
                </a:cubicBezTo>
                <a:cubicBezTo>
                  <a:pt x="0" y="59"/>
                  <a:pt x="49" y="6"/>
                  <a:pt x="112" y="3"/>
                </a:cubicBezTo>
                <a:cubicBezTo>
                  <a:pt x="176" y="0"/>
                  <a:pt x="229" y="49"/>
                  <a:pt x="232" y="112"/>
                </a:cubicBezTo>
                <a:close/>
              </a:path>
            </a:pathLst>
          </a:custGeom>
          <a:solidFill>
            <a:schemeClr val="accent2">
              <a:lumMod val="90000"/>
            </a:schemeClr>
          </a:solidFill>
          <a:ln cap="flat">
            <a:prstDash val="solid"/>
          </a:ln>
        </p:spPr>
        <p:txBody>
          <a:bodyPr vert="horz" wrap="none" lIns="0" tIns="0" rIns="0" bIns="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4" name="TextBox 6"/>
          <p:cNvSpPr txBox="1"/>
          <p:nvPr/>
        </p:nvSpPr>
        <p:spPr>
          <a:xfrm>
            <a:off x="970672" y="1760235"/>
            <a:ext cx="7176321" cy="4770537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>
            <a:defPPr>
              <a:defRPr lang="en-US"/>
            </a:defPPr>
            <a:lvl1pPr>
              <a:defRPr sz="1400">
                <a:latin typeface="Microsoft YaHei" pitchFamily="34" charset="-122"/>
                <a:ea typeface="Microsoft YaHei" pitchFamily="34" charset="-122"/>
              </a:defRPr>
            </a:lvl1pPr>
          </a:lstStyle>
          <a:p>
            <a:r>
              <a:rPr lang="en-US" sz="1600" dirty="0"/>
              <a:t>f = open</a:t>
            </a:r>
            <a:r>
              <a:rPr lang="en-US" sz="1600" dirty="0" smtClean="0"/>
              <a:t>(“filetype.txt</a:t>
            </a:r>
            <a:r>
              <a:rPr lang="en-US" sz="1600" dirty="0"/>
              <a:t>", "r")</a:t>
            </a:r>
            <a:br>
              <a:rPr lang="en-US" sz="1600" dirty="0"/>
            </a:br>
            <a:r>
              <a:rPr lang="en-US" sz="1600" dirty="0"/>
              <a:t>print(</a:t>
            </a:r>
            <a:r>
              <a:rPr lang="en-US" sz="1600" dirty="0" err="1"/>
              <a:t>f.read</a:t>
            </a:r>
            <a:r>
              <a:rPr lang="en-US" sz="1600" dirty="0"/>
              <a:t>()) </a:t>
            </a:r>
            <a:endParaRPr lang="en-US" sz="1600" dirty="0" smtClean="0"/>
          </a:p>
          <a:p>
            <a:r>
              <a:rPr lang="en-US" sz="1600" dirty="0" smtClean="0"/>
              <a:t>This opens up the file in a read only mode and the .read() method is used to access the contents of the file.</a:t>
            </a:r>
          </a:p>
          <a:p>
            <a:endParaRPr lang="en-US" sz="1600" dirty="0"/>
          </a:p>
          <a:p>
            <a:r>
              <a:rPr lang="en-US" sz="1600" b="1" dirty="0" smtClean="0"/>
              <a:t>Read Only Parts : </a:t>
            </a:r>
            <a:r>
              <a:rPr lang="en-US" sz="1600" dirty="0" smtClean="0"/>
              <a:t> By default, the read() methods reads the whole file content but user defined arguments can be passed for length of contents needed. Example:</a:t>
            </a:r>
          </a:p>
          <a:p>
            <a:endParaRPr lang="en-US" sz="1600" dirty="0" smtClean="0"/>
          </a:p>
          <a:p>
            <a:r>
              <a:rPr lang="en-US" sz="1600" dirty="0"/>
              <a:t>Return the 5 first characters of the file:</a:t>
            </a:r>
          </a:p>
          <a:p>
            <a:r>
              <a:rPr lang="en-US" sz="1600" dirty="0"/>
              <a:t>f = open</a:t>
            </a:r>
            <a:r>
              <a:rPr lang="en-US" sz="1600" dirty="0" smtClean="0"/>
              <a:t>(“filetype.txt</a:t>
            </a:r>
            <a:r>
              <a:rPr lang="en-US" sz="1600" dirty="0"/>
              <a:t>", "r")</a:t>
            </a:r>
            <a:br>
              <a:rPr lang="en-US" sz="1600" dirty="0"/>
            </a:br>
            <a:r>
              <a:rPr lang="en-US" sz="1600" dirty="0"/>
              <a:t>print(</a:t>
            </a:r>
            <a:r>
              <a:rPr lang="en-US" sz="1600" dirty="0" err="1"/>
              <a:t>f.read</a:t>
            </a:r>
            <a:r>
              <a:rPr lang="en-US" sz="1600" dirty="0"/>
              <a:t>(</a:t>
            </a:r>
            <a:r>
              <a:rPr lang="en-US" sz="1600" b="1" dirty="0"/>
              <a:t>5</a:t>
            </a:r>
            <a:r>
              <a:rPr lang="en-US" sz="1600" dirty="0"/>
              <a:t>)) </a:t>
            </a:r>
            <a:endParaRPr lang="en-US" sz="1600" dirty="0"/>
          </a:p>
          <a:p>
            <a:endParaRPr lang="en-US" sz="1600" dirty="0" smtClean="0"/>
          </a:p>
          <a:p>
            <a:endParaRPr lang="en-US" sz="1600" dirty="0"/>
          </a:p>
          <a:p>
            <a:r>
              <a:rPr lang="en-US" sz="1600" b="1" dirty="0" smtClean="0"/>
              <a:t>Read Lines: </a:t>
            </a:r>
            <a:r>
              <a:rPr lang="en-US" sz="1600" dirty="0" smtClean="0"/>
              <a:t>using the </a:t>
            </a:r>
            <a:r>
              <a:rPr lang="en-US" sz="1600" dirty="0" err="1" smtClean="0"/>
              <a:t>readline</a:t>
            </a:r>
            <a:r>
              <a:rPr lang="en-US" sz="1600" dirty="0" smtClean="0"/>
              <a:t>() method returns a </a:t>
            </a:r>
            <a:r>
              <a:rPr lang="en-US" sz="1600" dirty="0" err="1" smtClean="0"/>
              <a:t>singl</a:t>
            </a:r>
            <a:r>
              <a:rPr lang="en-US" sz="1600" dirty="0" smtClean="0"/>
              <a:t> line. Example:</a:t>
            </a:r>
          </a:p>
          <a:p>
            <a:r>
              <a:rPr lang="en-US" sz="1600" dirty="0"/>
              <a:t>f = open("demofile.txt", "r")</a:t>
            </a:r>
            <a:br>
              <a:rPr lang="en-US" sz="1600" dirty="0"/>
            </a:br>
            <a:r>
              <a:rPr lang="en-US" sz="1600" dirty="0"/>
              <a:t>print(</a:t>
            </a:r>
            <a:r>
              <a:rPr lang="en-US" sz="1600" dirty="0" err="1"/>
              <a:t>f.readline</a:t>
            </a:r>
            <a:r>
              <a:rPr lang="en-US" sz="1600" dirty="0"/>
              <a:t>()) </a:t>
            </a:r>
            <a:endParaRPr lang="en-US" sz="1600" dirty="0" smtClean="0"/>
          </a:p>
          <a:p>
            <a:endParaRPr lang="en-US" sz="1600" dirty="0"/>
          </a:p>
          <a:p>
            <a:r>
              <a:rPr lang="en-US" sz="1600" b="1" dirty="0" smtClean="0"/>
              <a:t>NOTE: </a:t>
            </a:r>
            <a:r>
              <a:rPr lang="en-US" sz="1600" dirty="0"/>
              <a:t>It is a good practice to always close the file </a:t>
            </a:r>
            <a:r>
              <a:rPr lang="en-US" sz="1600" dirty="0" smtClean="0"/>
              <a:t>after any operation.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7323361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0402" y="2687736"/>
            <a:ext cx="10858498" cy="923330"/>
          </a:xfrm>
        </p:spPr>
        <p:txBody>
          <a:bodyPr vert="horz" lIns="91440" tIns="45720" rIns="91440" b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altLang="zh-CN" sz="5400" b="1" i="0" u="none" baseline="0" dirty="0" smtClean="0">
                <a:solidFill>
                  <a:srgbClr val="000000"/>
                </a:solidFill>
                <a:latin typeface="微软雅黑"/>
                <a:ea typeface="微软雅黑"/>
              </a:rPr>
              <a:t>WRITE/CREATE FILES</a:t>
            </a:r>
            <a:endParaRPr lang="zh-CN" altLang="en-US" sz="5400" b="1" i="0" u="none" baseline="0" dirty="0">
              <a:solidFill>
                <a:srgbClr val="000000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C717">
                <a:lumMod val="40000"/>
                <a:lumOff val="60000"/>
              </a:srgbClr>
            </a:gs>
            <a:gs pos="100000">
              <a:srgbClr val="FFC717">
                <a:alpha val="0"/>
                <a:lumMod val="20000"/>
                <a:lumOff val="80000"/>
              </a:srgbClr>
            </a:gs>
          </a:gsLst>
          <a:lin ang="162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2800" b="1" i="0" u="none" baseline="0" dirty="0" smtClean="0">
                <a:solidFill>
                  <a:srgbClr val="000000"/>
                </a:solidFill>
                <a:latin typeface="微软雅黑"/>
                <a:ea typeface="微软雅黑"/>
              </a:rPr>
              <a:t>Writing to an existing file</a:t>
            </a:r>
            <a:endParaRPr lang="zh-CN" altLang="en-US" sz="2800" b="1" i="0" u="none" baseline="0" dirty="0">
              <a:solidFill>
                <a:srgbClr val="000000"/>
              </a:solidFill>
              <a:latin typeface="微软雅黑"/>
              <a:ea typeface="微软雅黑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19319" y="1186887"/>
            <a:ext cx="195080" cy="195080"/>
          </a:xfrm>
          <a:prstGeom prst="rect">
            <a:avLst/>
          </a:prstGeom>
          <a:gradFill>
            <a:gsLst>
              <a:gs pos="0">
                <a:srgbClr val="FF9A2C">
                  <a:lumMod val="60000"/>
                  <a:lumOff val="40000"/>
                </a:srgbClr>
              </a:gs>
              <a:gs pos="50000">
                <a:srgbClr val="FF9A2C"/>
              </a:gs>
            </a:gsLst>
            <a:lin ang="2700000"/>
          </a:gradFill>
        </p:spPr>
        <p:txBody>
          <a:bodyPr vert="horz" wrap="square" lIns="91440" tIns="45720" rIns="91440" bIns="45720" anchor="ctr">
            <a:prstTxWarp prst="textNoShape">
              <a:avLst/>
            </a:prstTxWarp>
            <a:normAutofit fontScale="40000" lnSpcReduction="20000"/>
          </a:bodyPr>
          <a:lstStyle/>
          <a:p>
            <a:pPr marL="0" algn="ctr"/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914399" y="1131767"/>
            <a:ext cx="7379488" cy="830997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>
            <a:defPPr>
              <a:defRPr lang="en-US"/>
            </a:defPPr>
            <a:lvl1pPr>
              <a:defRPr sz="1400">
                <a:latin typeface="Microsoft YaHei" pitchFamily="34" charset="-122"/>
                <a:ea typeface="Microsoft YaHei" pitchFamily="34" charset="-122"/>
              </a:defRPr>
            </a:lvl1pPr>
          </a:lstStyle>
          <a:p>
            <a:r>
              <a:rPr lang="en-US" sz="1600" dirty="0"/>
              <a:t>To write to an existing file, </a:t>
            </a:r>
            <a:r>
              <a:rPr lang="en-US" sz="1600" dirty="0" smtClean="0"/>
              <a:t>an argument is needed in the </a:t>
            </a:r>
            <a:r>
              <a:rPr lang="en-US" sz="1600" dirty="0"/>
              <a:t>open() function:</a:t>
            </a:r>
          </a:p>
          <a:p>
            <a:r>
              <a:rPr lang="en-US" sz="1600" b="1" dirty="0"/>
              <a:t>"a" </a:t>
            </a:r>
            <a:r>
              <a:rPr lang="en-US" sz="1600" dirty="0"/>
              <a:t>- Append - will append to the end of the file</a:t>
            </a:r>
          </a:p>
          <a:p>
            <a:r>
              <a:rPr lang="en-US" sz="1600" b="1" dirty="0"/>
              <a:t>"w" </a:t>
            </a:r>
            <a:r>
              <a:rPr lang="en-US" sz="1600" dirty="0"/>
              <a:t>- Write - will overwrite any existing content</a:t>
            </a:r>
          </a:p>
        </p:txBody>
      </p:sp>
      <p:sp>
        <p:nvSpPr>
          <p:cNvPr id="12" name="Freeform 12"/>
          <p:cNvSpPr/>
          <p:nvPr/>
        </p:nvSpPr>
        <p:spPr>
          <a:xfrm>
            <a:off x="8058490" y="2356670"/>
            <a:ext cx="2566021" cy="3879030"/>
          </a:xfrm>
          <a:custGeom>
            <a:avLst/>
            <a:gdLst/>
            <a:ahLst/>
            <a:cxnLst/>
            <a:rect l="l" t="t" r="r" b="b"/>
            <a:pathLst>
              <a:path w="689" h="1041">
                <a:moveTo>
                  <a:pt x="534" y="591"/>
                </a:moveTo>
                <a:cubicBezTo>
                  <a:pt x="537" y="590"/>
                  <a:pt x="597" y="559"/>
                  <a:pt x="667" y="589"/>
                </a:cubicBezTo>
                <a:cubicBezTo>
                  <a:pt x="667" y="589"/>
                  <a:pt x="587" y="584"/>
                  <a:pt x="509" y="634"/>
                </a:cubicBezTo>
                <a:cubicBezTo>
                  <a:pt x="493" y="644"/>
                  <a:pt x="477" y="657"/>
                  <a:pt x="462" y="672"/>
                </a:cubicBezTo>
                <a:cubicBezTo>
                  <a:pt x="442" y="692"/>
                  <a:pt x="423" y="718"/>
                  <a:pt x="407" y="750"/>
                </a:cubicBezTo>
                <a:cubicBezTo>
                  <a:pt x="401" y="762"/>
                  <a:pt x="395" y="775"/>
                  <a:pt x="390" y="788"/>
                </a:cubicBezTo>
                <a:cubicBezTo>
                  <a:pt x="390" y="788"/>
                  <a:pt x="374" y="851"/>
                  <a:pt x="381" y="961"/>
                </a:cubicBezTo>
                <a:cubicBezTo>
                  <a:pt x="381" y="961"/>
                  <a:pt x="381" y="970"/>
                  <a:pt x="383" y="983"/>
                </a:cubicBezTo>
                <a:cubicBezTo>
                  <a:pt x="383" y="983"/>
                  <a:pt x="383" y="983"/>
                  <a:pt x="383" y="983"/>
                </a:cubicBezTo>
                <a:cubicBezTo>
                  <a:pt x="387" y="1000"/>
                  <a:pt x="387" y="1026"/>
                  <a:pt x="411" y="1041"/>
                </a:cubicBezTo>
                <a:cubicBezTo>
                  <a:pt x="227" y="1041"/>
                  <a:pt x="227" y="1041"/>
                  <a:pt x="227" y="1041"/>
                </a:cubicBezTo>
                <a:cubicBezTo>
                  <a:pt x="227" y="1041"/>
                  <a:pt x="258" y="1034"/>
                  <a:pt x="266" y="968"/>
                </a:cubicBezTo>
                <a:cubicBezTo>
                  <a:pt x="266" y="968"/>
                  <a:pt x="266" y="968"/>
                  <a:pt x="266" y="968"/>
                </a:cubicBezTo>
                <a:cubicBezTo>
                  <a:pt x="267" y="935"/>
                  <a:pt x="270" y="901"/>
                  <a:pt x="274" y="866"/>
                </a:cubicBezTo>
                <a:cubicBezTo>
                  <a:pt x="289" y="744"/>
                  <a:pt x="247" y="642"/>
                  <a:pt x="196" y="596"/>
                </a:cubicBezTo>
                <a:cubicBezTo>
                  <a:pt x="192" y="592"/>
                  <a:pt x="188" y="589"/>
                  <a:pt x="184" y="586"/>
                </a:cubicBezTo>
                <a:cubicBezTo>
                  <a:pt x="134" y="551"/>
                  <a:pt x="73" y="547"/>
                  <a:pt x="19" y="496"/>
                </a:cubicBezTo>
                <a:cubicBezTo>
                  <a:pt x="13" y="489"/>
                  <a:pt x="6" y="482"/>
                  <a:pt x="0" y="473"/>
                </a:cubicBezTo>
                <a:cubicBezTo>
                  <a:pt x="1" y="474"/>
                  <a:pt x="9" y="482"/>
                  <a:pt x="23" y="490"/>
                </a:cubicBezTo>
                <a:cubicBezTo>
                  <a:pt x="23" y="490"/>
                  <a:pt x="23" y="490"/>
                  <a:pt x="23" y="490"/>
                </a:cubicBezTo>
                <a:cubicBezTo>
                  <a:pt x="37" y="499"/>
                  <a:pt x="57" y="509"/>
                  <a:pt x="82" y="516"/>
                </a:cubicBezTo>
                <a:cubicBezTo>
                  <a:pt x="103" y="522"/>
                  <a:pt x="126" y="526"/>
                  <a:pt x="154" y="527"/>
                </a:cubicBezTo>
                <a:cubicBezTo>
                  <a:pt x="154" y="527"/>
                  <a:pt x="137" y="509"/>
                  <a:pt x="120" y="479"/>
                </a:cubicBezTo>
                <a:cubicBezTo>
                  <a:pt x="114" y="470"/>
                  <a:pt x="108" y="459"/>
                  <a:pt x="103" y="447"/>
                </a:cubicBezTo>
                <a:cubicBezTo>
                  <a:pt x="94" y="429"/>
                  <a:pt x="86" y="408"/>
                  <a:pt x="81" y="386"/>
                </a:cubicBezTo>
                <a:cubicBezTo>
                  <a:pt x="77" y="372"/>
                  <a:pt x="74" y="356"/>
                  <a:pt x="73" y="340"/>
                </a:cubicBezTo>
                <a:cubicBezTo>
                  <a:pt x="72" y="332"/>
                  <a:pt x="72" y="323"/>
                  <a:pt x="72" y="314"/>
                </a:cubicBezTo>
                <a:cubicBezTo>
                  <a:pt x="73" y="303"/>
                  <a:pt x="74" y="291"/>
                  <a:pt x="76" y="280"/>
                </a:cubicBezTo>
                <a:cubicBezTo>
                  <a:pt x="76" y="280"/>
                  <a:pt x="76" y="290"/>
                  <a:pt x="79" y="305"/>
                </a:cubicBezTo>
                <a:cubicBezTo>
                  <a:pt x="80" y="311"/>
                  <a:pt x="82" y="316"/>
                  <a:pt x="83" y="323"/>
                </a:cubicBezTo>
                <a:cubicBezTo>
                  <a:pt x="89" y="346"/>
                  <a:pt x="98" y="377"/>
                  <a:pt x="115" y="406"/>
                </a:cubicBezTo>
                <a:cubicBezTo>
                  <a:pt x="120" y="416"/>
                  <a:pt x="126" y="426"/>
                  <a:pt x="133" y="435"/>
                </a:cubicBezTo>
                <a:cubicBezTo>
                  <a:pt x="139" y="442"/>
                  <a:pt x="145" y="450"/>
                  <a:pt x="151" y="458"/>
                </a:cubicBezTo>
                <a:cubicBezTo>
                  <a:pt x="151" y="458"/>
                  <a:pt x="151" y="458"/>
                  <a:pt x="151" y="458"/>
                </a:cubicBezTo>
                <a:cubicBezTo>
                  <a:pt x="153" y="460"/>
                  <a:pt x="155" y="462"/>
                  <a:pt x="157" y="465"/>
                </a:cubicBezTo>
                <a:cubicBezTo>
                  <a:pt x="171" y="482"/>
                  <a:pt x="187" y="500"/>
                  <a:pt x="203" y="518"/>
                </a:cubicBezTo>
                <a:cubicBezTo>
                  <a:pt x="203" y="518"/>
                  <a:pt x="203" y="518"/>
                  <a:pt x="203" y="518"/>
                </a:cubicBezTo>
                <a:cubicBezTo>
                  <a:pt x="216" y="534"/>
                  <a:pt x="230" y="550"/>
                  <a:pt x="243" y="567"/>
                </a:cubicBezTo>
                <a:cubicBezTo>
                  <a:pt x="270" y="601"/>
                  <a:pt x="293" y="637"/>
                  <a:pt x="303" y="671"/>
                </a:cubicBezTo>
                <a:cubicBezTo>
                  <a:pt x="303" y="671"/>
                  <a:pt x="317" y="642"/>
                  <a:pt x="332" y="594"/>
                </a:cubicBezTo>
                <a:cubicBezTo>
                  <a:pt x="333" y="593"/>
                  <a:pt x="333" y="593"/>
                  <a:pt x="333" y="592"/>
                </a:cubicBezTo>
                <a:cubicBezTo>
                  <a:pt x="342" y="565"/>
                  <a:pt x="351" y="532"/>
                  <a:pt x="359" y="494"/>
                </a:cubicBezTo>
                <a:cubicBezTo>
                  <a:pt x="359" y="491"/>
                  <a:pt x="360" y="489"/>
                  <a:pt x="360" y="486"/>
                </a:cubicBezTo>
                <a:cubicBezTo>
                  <a:pt x="361" y="484"/>
                  <a:pt x="361" y="482"/>
                  <a:pt x="361" y="481"/>
                </a:cubicBezTo>
                <a:cubicBezTo>
                  <a:pt x="364" y="468"/>
                  <a:pt x="366" y="454"/>
                  <a:pt x="368" y="440"/>
                </a:cubicBezTo>
                <a:cubicBezTo>
                  <a:pt x="369" y="436"/>
                  <a:pt x="369" y="431"/>
                  <a:pt x="370" y="427"/>
                </a:cubicBezTo>
                <a:cubicBezTo>
                  <a:pt x="373" y="400"/>
                  <a:pt x="375" y="371"/>
                  <a:pt x="376" y="342"/>
                </a:cubicBezTo>
                <a:cubicBezTo>
                  <a:pt x="376" y="337"/>
                  <a:pt x="376" y="332"/>
                  <a:pt x="376" y="327"/>
                </a:cubicBezTo>
                <a:cubicBezTo>
                  <a:pt x="376" y="314"/>
                  <a:pt x="376" y="301"/>
                  <a:pt x="375" y="288"/>
                </a:cubicBezTo>
                <a:cubicBezTo>
                  <a:pt x="375" y="287"/>
                  <a:pt x="375" y="287"/>
                  <a:pt x="375" y="287"/>
                </a:cubicBezTo>
                <a:cubicBezTo>
                  <a:pt x="375" y="281"/>
                  <a:pt x="374" y="276"/>
                  <a:pt x="374" y="270"/>
                </a:cubicBezTo>
                <a:cubicBezTo>
                  <a:pt x="374" y="270"/>
                  <a:pt x="374" y="270"/>
                  <a:pt x="374" y="270"/>
                </a:cubicBezTo>
                <a:cubicBezTo>
                  <a:pt x="374" y="265"/>
                  <a:pt x="373" y="261"/>
                  <a:pt x="373" y="257"/>
                </a:cubicBezTo>
                <a:cubicBezTo>
                  <a:pt x="372" y="243"/>
                  <a:pt x="370" y="229"/>
                  <a:pt x="368" y="215"/>
                </a:cubicBezTo>
                <a:cubicBezTo>
                  <a:pt x="367" y="207"/>
                  <a:pt x="365" y="199"/>
                  <a:pt x="364" y="191"/>
                </a:cubicBezTo>
                <a:cubicBezTo>
                  <a:pt x="363" y="190"/>
                  <a:pt x="363" y="189"/>
                  <a:pt x="363" y="188"/>
                </a:cubicBezTo>
                <a:cubicBezTo>
                  <a:pt x="363" y="188"/>
                  <a:pt x="363" y="188"/>
                  <a:pt x="363" y="188"/>
                </a:cubicBezTo>
                <a:cubicBezTo>
                  <a:pt x="362" y="181"/>
                  <a:pt x="360" y="173"/>
                  <a:pt x="358" y="165"/>
                </a:cubicBezTo>
                <a:cubicBezTo>
                  <a:pt x="352" y="139"/>
                  <a:pt x="344" y="113"/>
                  <a:pt x="334" y="86"/>
                </a:cubicBezTo>
                <a:cubicBezTo>
                  <a:pt x="332" y="80"/>
                  <a:pt x="330" y="74"/>
                  <a:pt x="327" y="67"/>
                </a:cubicBezTo>
                <a:cubicBezTo>
                  <a:pt x="323" y="57"/>
                  <a:pt x="319" y="48"/>
                  <a:pt x="314" y="38"/>
                </a:cubicBezTo>
                <a:cubicBezTo>
                  <a:pt x="308" y="25"/>
                  <a:pt x="302" y="12"/>
                  <a:pt x="295" y="0"/>
                </a:cubicBezTo>
                <a:cubicBezTo>
                  <a:pt x="296" y="1"/>
                  <a:pt x="310" y="14"/>
                  <a:pt x="328" y="39"/>
                </a:cubicBezTo>
                <a:cubicBezTo>
                  <a:pt x="334" y="47"/>
                  <a:pt x="340" y="56"/>
                  <a:pt x="346" y="66"/>
                </a:cubicBezTo>
                <a:cubicBezTo>
                  <a:pt x="346" y="66"/>
                  <a:pt x="346" y="66"/>
                  <a:pt x="346" y="66"/>
                </a:cubicBezTo>
                <a:cubicBezTo>
                  <a:pt x="359" y="87"/>
                  <a:pt x="373" y="114"/>
                  <a:pt x="386" y="146"/>
                </a:cubicBezTo>
                <a:cubicBezTo>
                  <a:pt x="392" y="163"/>
                  <a:pt x="398" y="181"/>
                  <a:pt x="404" y="201"/>
                </a:cubicBezTo>
                <a:cubicBezTo>
                  <a:pt x="406" y="210"/>
                  <a:pt x="408" y="218"/>
                  <a:pt x="410" y="228"/>
                </a:cubicBezTo>
                <a:cubicBezTo>
                  <a:pt x="410" y="228"/>
                  <a:pt x="410" y="228"/>
                  <a:pt x="410" y="228"/>
                </a:cubicBezTo>
                <a:cubicBezTo>
                  <a:pt x="412" y="238"/>
                  <a:pt x="414" y="248"/>
                  <a:pt x="416" y="259"/>
                </a:cubicBezTo>
                <a:cubicBezTo>
                  <a:pt x="420" y="281"/>
                  <a:pt x="423" y="305"/>
                  <a:pt x="424" y="331"/>
                </a:cubicBezTo>
                <a:cubicBezTo>
                  <a:pt x="424" y="340"/>
                  <a:pt x="425" y="350"/>
                  <a:pt x="425" y="361"/>
                </a:cubicBezTo>
                <a:cubicBezTo>
                  <a:pt x="425" y="370"/>
                  <a:pt x="425" y="379"/>
                  <a:pt x="425" y="389"/>
                </a:cubicBezTo>
                <a:cubicBezTo>
                  <a:pt x="425" y="389"/>
                  <a:pt x="429" y="381"/>
                  <a:pt x="437" y="370"/>
                </a:cubicBezTo>
                <a:cubicBezTo>
                  <a:pt x="442" y="362"/>
                  <a:pt x="449" y="353"/>
                  <a:pt x="457" y="344"/>
                </a:cubicBezTo>
                <a:cubicBezTo>
                  <a:pt x="467" y="331"/>
                  <a:pt x="478" y="317"/>
                  <a:pt x="491" y="306"/>
                </a:cubicBezTo>
                <a:cubicBezTo>
                  <a:pt x="495" y="302"/>
                  <a:pt x="501" y="297"/>
                  <a:pt x="506" y="291"/>
                </a:cubicBezTo>
                <a:cubicBezTo>
                  <a:pt x="511" y="286"/>
                  <a:pt x="515" y="281"/>
                  <a:pt x="520" y="275"/>
                </a:cubicBezTo>
                <a:cubicBezTo>
                  <a:pt x="528" y="265"/>
                  <a:pt x="537" y="253"/>
                  <a:pt x="546" y="239"/>
                </a:cubicBezTo>
                <a:cubicBezTo>
                  <a:pt x="546" y="239"/>
                  <a:pt x="546" y="239"/>
                  <a:pt x="546" y="239"/>
                </a:cubicBezTo>
                <a:cubicBezTo>
                  <a:pt x="551" y="231"/>
                  <a:pt x="556" y="222"/>
                  <a:pt x="561" y="213"/>
                </a:cubicBezTo>
                <a:cubicBezTo>
                  <a:pt x="575" y="186"/>
                  <a:pt x="588" y="153"/>
                  <a:pt x="599" y="113"/>
                </a:cubicBezTo>
                <a:cubicBezTo>
                  <a:pt x="602" y="101"/>
                  <a:pt x="605" y="88"/>
                  <a:pt x="608" y="74"/>
                </a:cubicBezTo>
                <a:cubicBezTo>
                  <a:pt x="608" y="74"/>
                  <a:pt x="611" y="91"/>
                  <a:pt x="608" y="120"/>
                </a:cubicBezTo>
                <a:cubicBezTo>
                  <a:pt x="608" y="123"/>
                  <a:pt x="607" y="127"/>
                  <a:pt x="607" y="131"/>
                </a:cubicBezTo>
                <a:cubicBezTo>
                  <a:pt x="607" y="131"/>
                  <a:pt x="607" y="131"/>
                  <a:pt x="607" y="131"/>
                </a:cubicBezTo>
                <a:cubicBezTo>
                  <a:pt x="606" y="137"/>
                  <a:pt x="605" y="143"/>
                  <a:pt x="604" y="150"/>
                </a:cubicBezTo>
                <a:cubicBezTo>
                  <a:pt x="600" y="174"/>
                  <a:pt x="592" y="203"/>
                  <a:pt x="578" y="235"/>
                </a:cubicBezTo>
                <a:cubicBezTo>
                  <a:pt x="574" y="244"/>
                  <a:pt x="570" y="253"/>
                  <a:pt x="566" y="262"/>
                </a:cubicBezTo>
                <a:cubicBezTo>
                  <a:pt x="563" y="268"/>
                  <a:pt x="560" y="274"/>
                  <a:pt x="556" y="280"/>
                </a:cubicBezTo>
                <a:cubicBezTo>
                  <a:pt x="553" y="286"/>
                  <a:pt x="550" y="291"/>
                  <a:pt x="547" y="297"/>
                </a:cubicBezTo>
                <a:cubicBezTo>
                  <a:pt x="544" y="302"/>
                  <a:pt x="541" y="306"/>
                  <a:pt x="538" y="311"/>
                </a:cubicBezTo>
                <a:cubicBezTo>
                  <a:pt x="521" y="337"/>
                  <a:pt x="508" y="359"/>
                  <a:pt x="496" y="376"/>
                </a:cubicBezTo>
                <a:cubicBezTo>
                  <a:pt x="493" y="379"/>
                  <a:pt x="491" y="383"/>
                  <a:pt x="489" y="386"/>
                </a:cubicBezTo>
                <a:cubicBezTo>
                  <a:pt x="448" y="446"/>
                  <a:pt x="439" y="449"/>
                  <a:pt x="427" y="479"/>
                </a:cubicBezTo>
                <a:cubicBezTo>
                  <a:pt x="427" y="479"/>
                  <a:pt x="426" y="483"/>
                  <a:pt x="425" y="489"/>
                </a:cubicBezTo>
                <a:cubicBezTo>
                  <a:pt x="425" y="492"/>
                  <a:pt x="424" y="497"/>
                  <a:pt x="423" y="501"/>
                </a:cubicBezTo>
                <a:cubicBezTo>
                  <a:pt x="419" y="526"/>
                  <a:pt x="411" y="568"/>
                  <a:pt x="406" y="605"/>
                </a:cubicBezTo>
                <a:cubicBezTo>
                  <a:pt x="401" y="635"/>
                  <a:pt x="397" y="663"/>
                  <a:pt x="396" y="677"/>
                </a:cubicBezTo>
                <a:cubicBezTo>
                  <a:pt x="396" y="677"/>
                  <a:pt x="444" y="624"/>
                  <a:pt x="496" y="584"/>
                </a:cubicBezTo>
                <a:cubicBezTo>
                  <a:pt x="502" y="579"/>
                  <a:pt x="509" y="574"/>
                  <a:pt x="515" y="570"/>
                </a:cubicBezTo>
                <a:cubicBezTo>
                  <a:pt x="545" y="548"/>
                  <a:pt x="581" y="519"/>
                  <a:pt x="614" y="485"/>
                </a:cubicBezTo>
                <a:cubicBezTo>
                  <a:pt x="615" y="485"/>
                  <a:pt x="615" y="484"/>
                  <a:pt x="616" y="483"/>
                </a:cubicBezTo>
                <a:cubicBezTo>
                  <a:pt x="644" y="454"/>
                  <a:pt x="669" y="422"/>
                  <a:pt x="685" y="390"/>
                </a:cubicBezTo>
                <a:cubicBezTo>
                  <a:pt x="686" y="387"/>
                  <a:pt x="688" y="385"/>
                  <a:pt x="689" y="383"/>
                </a:cubicBezTo>
                <a:cubicBezTo>
                  <a:pt x="689" y="383"/>
                  <a:pt x="688" y="386"/>
                  <a:pt x="686" y="390"/>
                </a:cubicBezTo>
                <a:cubicBezTo>
                  <a:pt x="681" y="406"/>
                  <a:pt x="665" y="444"/>
                  <a:pt x="632" y="490"/>
                </a:cubicBezTo>
                <a:cubicBezTo>
                  <a:pt x="631" y="490"/>
                  <a:pt x="631" y="491"/>
                  <a:pt x="630" y="492"/>
                </a:cubicBezTo>
                <a:cubicBezTo>
                  <a:pt x="607" y="523"/>
                  <a:pt x="576" y="558"/>
                  <a:pt x="534" y="591"/>
                </a:cubicBezTo>
                <a:close/>
              </a:path>
            </a:pathLst>
          </a:custGeom>
          <a:solidFill>
            <a:srgbClr val="FFC529"/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3" name="Freeform 13"/>
          <p:cNvSpPr/>
          <p:nvPr/>
        </p:nvSpPr>
        <p:spPr>
          <a:xfrm>
            <a:off x="8208481" y="3288929"/>
            <a:ext cx="1218399" cy="1220707"/>
          </a:xfrm>
          <a:custGeom>
            <a:avLst/>
            <a:gdLst/>
            <a:ahLst/>
            <a:cxnLst/>
            <a:rect l="l" t="t" r="r" b="b"/>
            <a:pathLst>
              <a:path w="327" h="328">
                <a:moveTo>
                  <a:pt x="323" y="198"/>
                </a:moveTo>
                <a:cubicBezTo>
                  <a:pt x="321" y="209"/>
                  <a:pt x="317" y="219"/>
                  <a:pt x="313" y="229"/>
                </a:cubicBezTo>
                <a:cubicBezTo>
                  <a:pt x="312" y="231"/>
                  <a:pt x="311" y="233"/>
                  <a:pt x="310" y="235"/>
                </a:cubicBezTo>
                <a:cubicBezTo>
                  <a:pt x="295" y="266"/>
                  <a:pt x="270" y="291"/>
                  <a:pt x="240" y="307"/>
                </a:cubicBezTo>
                <a:cubicBezTo>
                  <a:pt x="228" y="313"/>
                  <a:pt x="216" y="318"/>
                  <a:pt x="203" y="321"/>
                </a:cubicBezTo>
                <a:cubicBezTo>
                  <a:pt x="193" y="323"/>
                  <a:pt x="183" y="325"/>
                  <a:pt x="173" y="325"/>
                </a:cubicBezTo>
                <a:cubicBezTo>
                  <a:pt x="121" y="328"/>
                  <a:pt x="74" y="306"/>
                  <a:pt x="42" y="270"/>
                </a:cubicBezTo>
                <a:cubicBezTo>
                  <a:pt x="31" y="257"/>
                  <a:pt x="22" y="243"/>
                  <a:pt x="15" y="227"/>
                </a:cubicBezTo>
                <a:cubicBezTo>
                  <a:pt x="8" y="210"/>
                  <a:pt x="3" y="191"/>
                  <a:pt x="2" y="171"/>
                </a:cubicBezTo>
                <a:cubicBezTo>
                  <a:pt x="0" y="133"/>
                  <a:pt x="12" y="97"/>
                  <a:pt x="32" y="68"/>
                </a:cubicBezTo>
                <a:cubicBezTo>
                  <a:pt x="35" y="65"/>
                  <a:pt x="37" y="62"/>
                  <a:pt x="39" y="59"/>
                </a:cubicBezTo>
                <a:cubicBezTo>
                  <a:pt x="55" y="40"/>
                  <a:pt x="76" y="24"/>
                  <a:pt x="99" y="14"/>
                </a:cubicBezTo>
                <a:cubicBezTo>
                  <a:pt x="109" y="10"/>
                  <a:pt x="120" y="6"/>
                  <a:pt x="132" y="4"/>
                </a:cubicBezTo>
                <a:cubicBezTo>
                  <a:pt x="139" y="2"/>
                  <a:pt x="147" y="1"/>
                  <a:pt x="155" y="1"/>
                </a:cubicBezTo>
                <a:cubicBezTo>
                  <a:pt x="155" y="1"/>
                  <a:pt x="155" y="1"/>
                  <a:pt x="155" y="1"/>
                </a:cubicBezTo>
                <a:cubicBezTo>
                  <a:pt x="155" y="1"/>
                  <a:pt x="156" y="1"/>
                  <a:pt x="156" y="1"/>
                </a:cubicBezTo>
                <a:cubicBezTo>
                  <a:pt x="165" y="0"/>
                  <a:pt x="173" y="0"/>
                  <a:pt x="182" y="1"/>
                </a:cubicBezTo>
                <a:cubicBezTo>
                  <a:pt x="182" y="1"/>
                  <a:pt x="182" y="1"/>
                  <a:pt x="182" y="1"/>
                </a:cubicBezTo>
                <a:cubicBezTo>
                  <a:pt x="206" y="4"/>
                  <a:pt x="228" y="12"/>
                  <a:pt x="248" y="24"/>
                </a:cubicBezTo>
                <a:cubicBezTo>
                  <a:pt x="253" y="27"/>
                  <a:pt x="259" y="30"/>
                  <a:pt x="264" y="34"/>
                </a:cubicBezTo>
                <a:cubicBezTo>
                  <a:pt x="277" y="45"/>
                  <a:pt x="290" y="58"/>
                  <a:pt x="299" y="72"/>
                </a:cubicBezTo>
                <a:cubicBezTo>
                  <a:pt x="299" y="73"/>
                  <a:pt x="299" y="73"/>
                  <a:pt x="299" y="73"/>
                </a:cubicBezTo>
                <a:cubicBezTo>
                  <a:pt x="302" y="77"/>
                  <a:pt x="305" y="82"/>
                  <a:pt x="308" y="86"/>
                </a:cubicBezTo>
                <a:cubicBezTo>
                  <a:pt x="319" y="107"/>
                  <a:pt x="325" y="130"/>
                  <a:pt x="327" y="155"/>
                </a:cubicBezTo>
                <a:cubicBezTo>
                  <a:pt x="327" y="170"/>
                  <a:pt x="326" y="184"/>
                  <a:pt x="323" y="198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4" name="Freeform 14"/>
          <p:cNvSpPr/>
          <p:nvPr/>
        </p:nvSpPr>
        <p:spPr>
          <a:xfrm>
            <a:off x="7735429" y="2682036"/>
            <a:ext cx="535357" cy="535357"/>
          </a:xfrm>
          <a:custGeom>
            <a:avLst/>
            <a:gdLst/>
            <a:ahLst/>
            <a:cxnLst/>
            <a:rect l="l" t="t" r="r" b="b"/>
            <a:pathLst>
              <a:path w="144" h="144">
                <a:moveTo>
                  <a:pt x="142" y="69"/>
                </a:moveTo>
                <a:cubicBezTo>
                  <a:pt x="144" y="107"/>
                  <a:pt x="114" y="140"/>
                  <a:pt x="76" y="142"/>
                </a:cubicBezTo>
                <a:cubicBezTo>
                  <a:pt x="37" y="144"/>
                  <a:pt x="4" y="114"/>
                  <a:pt x="2" y="76"/>
                </a:cubicBezTo>
                <a:cubicBezTo>
                  <a:pt x="0" y="37"/>
                  <a:pt x="30" y="4"/>
                  <a:pt x="69" y="2"/>
                </a:cubicBezTo>
                <a:cubicBezTo>
                  <a:pt x="107" y="0"/>
                  <a:pt x="140" y="30"/>
                  <a:pt x="142" y="69"/>
                </a:cubicBezTo>
                <a:close/>
              </a:path>
            </a:pathLst>
          </a:custGeom>
          <a:solidFill>
            <a:schemeClr val="accent1">
              <a:alpha val="30000"/>
            </a:schemeClr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5" name="Freeform 15"/>
          <p:cNvSpPr/>
          <p:nvPr/>
        </p:nvSpPr>
        <p:spPr>
          <a:xfrm>
            <a:off x="10377600" y="3325850"/>
            <a:ext cx="537665" cy="535357"/>
          </a:xfrm>
          <a:custGeom>
            <a:avLst/>
            <a:gdLst/>
            <a:ahLst/>
            <a:cxnLst/>
            <a:rect l="l" t="t" r="r" b="b"/>
            <a:pathLst>
              <a:path w="144" h="144">
                <a:moveTo>
                  <a:pt x="142" y="69"/>
                </a:moveTo>
                <a:cubicBezTo>
                  <a:pt x="144" y="108"/>
                  <a:pt x="114" y="141"/>
                  <a:pt x="75" y="142"/>
                </a:cubicBezTo>
                <a:cubicBezTo>
                  <a:pt x="36" y="144"/>
                  <a:pt x="3" y="115"/>
                  <a:pt x="1" y="76"/>
                </a:cubicBezTo>
                <a:cubicBezTo>
                  <a:pt x="0" y="37"/>
                  <a:pt x="29" y="4"/>
                  <a:pt x="68" y="2"/>
                </a:cubicBezTo>
                <a:cubicBezTo>
                  <a:pt x="107" y="0"/>
                  <a:pt x="140" y="30"/>
                  <a:pt x="142" y="69"/>
                </a:cubicBezTo>
                <a:close/>
              </a:path>
            </a:pathLst>
          </a:custGeom>
          <a:solidFill>
            <a:schemeClr val="accent1">
              <a:alpha val="30000"/>
            </a:schemeClr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6" name="Freeform 16"/>
          <p:cNvSpPr/>
          <p:nvPr/>
        </p:nvSpPr>
        <p:spPr>
          <a:xfrm>
            <a:off x="8990749" y="3575068"/>
            <a:ext cx="539972" cy="537665"/>
          </a:xfrm>
          <a:custGeom>
            <a:avLst/>
            <a:gdLst/>
            <a:ahLst/>
            <a:cxnLst/>
            <a:rect l="l" t="t" r="r" b="b"/>
            <a:pathLst>
              <a:path w="145" h="144">
                <a:moveTo>
                  <a:pt x="143" y="68"/>
                </a:moveTo>
                <a:cubicBezTo>
                  <a:pt x="145" y="107"/>
                  <a:pt x="115" y="140"/>
                  <a:pt x="76" y="142"/>
                </a:cubicBezTo>
                <a:cubicBezTo>
                  <a:pt x="37" y="144"/>
                  <a:pt x="4" y="114"/>
                  <a:pt x="2" y="75"/>
                </a:cubicBezTo>
                <a:cubicBezTo>
                  <a:pt x="0" y="36"/>
                  <a:pt x="30" y="3"/>
                  <a:pt x="69" y="2"/>
                </a:cubicBezTo>
                <a:cubicBezTo>
                  <a:pt x="108" y="0"/>
                  <a:pt x="141" y="29"/>
                  <a:pt x="143" y="68"/>
                </a:cubicBezTo>
                <a:close/>
              </a:path>
            </a:pathLst>
          </a:custGeom>
          <a:solidFill>
            <a:schemeClr val="accent1">
              <a:alpha val="30000"/>
            </a:schemeClr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7" name="Freeform 17"/>
          <p:cNvSpPr/>
          <p:nvPr/>
        </p:nvSpPr>
        <p:spPr>
          <a:xfrm>
            <a:off x="9011516" y="2017455"/>
            <a:ext cx="537665" cy="537665"/>
          </a:xfrm>
          <a:custGeom>
            <a:avLst/>
            <a:gdLst/>
            <a:ahLst/>
            <a:cxnLst/>
            <a:rect l="l" t="t" r="r" b="b"/>
            <a:pathLst>
              <a:path w="144" h="144">
                <a:moveTo>
                  <a:pt x="143" y="68"/>
                </a:moveTo>
                <a:cubicBezTo>
                  <a:pt x="144" y="107"/>
                  <a:pt x="115" y="140"/>
                  <a:pt x="76" y="142"/>
                </a:cubicBezTo>
                <a:cubicBezTo>
                  <a:pt x="37" y="144"/>
                  <a:pt x="4" y="114"/>
                  <a:pt x="2" y="75"/>
                </a:cubicBezTo>
                <a:cubicBezTo>
                  <a:pt x="0" y="37"/>
                  <a:pt x="30" y="4"/>
                  <a:pt x="69" y="2"/>
                </a:cubicBezTo>
                <a:cubicBezTo>
                  <a:pt x="108" y="0"/>
                  <a:pt x="141" y="30"/>
                  <a:pt x="143" y="68"/>
                </a:cubicBezTo>
                <a:close/>
              </a:path>
            </a:pathLst>
          </a:custGeom>
          <a:solidFill>
            <a:schemeClr val="accent1">
              <a:alpha val="30000"/>
            </a:schemeClr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8" name="Freeform 18"/>
          <p:cNvSpPr/>
          <p:nvPr/>
        </p:nvSpPr>
        <p:spPr>
          <a:xfrm>
            <a:off x="10389138" y="1775161"/>
            <a:ext cx="200760" cy="203066"/>
          </a:xfrm>
          <a:custGeom>
            <a:avLst/>
            <a:gdLst/>
            <a:ahLst/>
            <a:cxnLst/>
            <a:rect l="l" t="t" r="r" b="b"/>
            <a:pathLst>
              <a:path w="54" h="54">
                <a:moveTo>
                  <a:pt x="53" y="25"/>
                </a:moveTo>
                <a:cubicBezTo>
                  <a:pt x="54" y="40"/>
                  <a:pt x="43" y="52"/>
                  <a:pt x="28" y="53"/>
                </a:cubicBezTo>
                <a:cubicBezTo>
                  <a:pt x="14" y="54"/>
                  <a:pt x="2" y="42"/>
                  <a:pt x="1" y="28"/>
                </a:cubicBezTo>
                <a:cubicBezTo>
                  <a:pt x="0" y="14"/>
                  <a:pt x="11" y="1"/>
                  <a:pt x="26" y="1"/>
                </a:cubicBezTo>
                <a:cubicBezTo>
                  <a:pt x="40" y="0"/>
                  <a:pt x="52" y="11"/>
                  <a:pt x="53" y="25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 fontScale="47500" lnSpcReduction="20000"/>
          </a:bodyPr>
          <a:lstStyle/>
          <a:p>
            <a:pPr marL="0" algn="ctr"/>
            <a:endParaRPr/>
          </a:p>
        </p:txBody>
      </p:sp>
      <p:sp>
        <p:nvSpPr>
          <p:cNvPr id="19" name="Freeform 19"/>
          <p:cNvSpPr/>
          <p:nvPr/>
        </p:nvSpPr>
        <p:spPr>
          <a:xfrm>
            <a:off x="10594512" y="2151295"/>
            <a:ext cx="55382" cy="57690"/>
          </a:xfrm>
          <a:custGeom>
            <a:avLst/>
            <a:gdLst/>
            <a:ahLst/>
            <a:cxnLst/>
            <a:rect l="l" t="t" r="r" b="b"/>
            <a:pathLst>
              <a:path w="15" h="15">
                <a:moveTo>
                  <a:pt x="15" y="7"/>
                </a:moveTo>
                <a:cubicBezTo>
                  <a:pt x="15" y="11"/>
                  <a:pt x="12" y="15"/>
                  <a:pt x="8" y="15"/>
                </a:cubicBezTo>
                <a:cubicBezTo>
                  <a:pt x="4" y="15"/>
                  <a:pt x="1" y="12"/>
                  <a:pt x="1" y="8"/>
                </a:cubicBezTo>
                <a:cubicBezTo>
                  <a:pt x="0" y="4"/>
                  <a:pt x="4" y="1"/>
                  <a:pt x="8" y="0"/>
                </a:cubicBezTo>
                <a:cubicBezTo>
                  <a:pt x="12" y="0"/>
                  <a:pt x="15" y="3"/>
                  <a:pt x="15" y="7"/>
                </a:cubicBezTo>
                <a:close/>
              </a:path>
            </a:pathLst>
          </a:custGeom>
          <a:solidFill>
            <a:schemeClr val="accent1">
              <a:alpha val="30000"/>
            </a:schemeClr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20" name="Freeform 20"/>
          <p:cNvSpPr/>
          <p:nvPr/>
        </p:nvSpPr>
        <p:spPr>
          <a:xfrm>
            <a:off x="8238505" y="2642807"/>
            <a:ext cx="55382" cy="57690"/>
          </a:xfrm>
          <a:custGeom>
            <a:avLst/>
            <a:gdLst/>
            <a:ahLst/>
            <a:cxnLst/>
            <a:rect l="l" t="t" r="r" b="b"/>
            <a:pathLst>
              <a:path w="15" h="15">
                <a:moveTo>
                  <a:pt x="14" y="7"/>
                </a:moveTo>
                <a:cubicBezTo>
                  <a:pt x="15" y="11"/>
                  <a:pt x="12" y="14"/>
                  <a:pt x="8" y="14"/>
                </a:cubicBezTo>
                <a:cubicBezTo>
                  <a:pt x="3" y="15"/>
                  <a:pt x="0" y="12"/>
                  <a:pt x="0" y="8"/>
                </a:cubicBezTo>
                <a:cubicBezTo>
                  <a:pt x="0" y="4"/>
                  <a:pt x="3" y="0"/>
                  <a:pt x="7" y="0"/>
                </a:cubicBezTo>
                <a:cubicBezTo>
                  <a:pt x="11" y="0"/>
                  <a:pt x="14" y="3"/>
                  <a:pt x="14" y="7"/>
                </a:cubicBezTo>
                <a:close/>
              </a:path>
            </a:pathLst>
          </a:custGeom>
          <a:solidFill>
            <a:schemeClr val="accent1">
              <a:alpha val="60000"/>
            </a:schemeClr>
          </a:solidFill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21" name="Freeform 21"/>
          <p:cNvSpPr/>
          <p:nvPr/>
        </p:nvSpPr>
        <p:spPr>
          <a:xfrm>
            <a:off x="8508493" y="2518197"/>
            <a:ext cx="916111" cy="918413"/>
          </a:xfrm>
          <a:custGeom>
            <a:avLst/>
            <a:gdLst/>
            <a:ahLst/>
            <a:cxnLst/>
            <a:rect l="l" t="t" r="r" b="b"/>
            <a:pathLst>
              <a:path w="246" h="247">
                <a:moveTo>
                  <a:pt x="243" y="118"/>
                </a:moveTo>
                <a:cubicBezTo>
                  <a:pt x="246" y="184"/>
                  <a:pt x="195" y="240"/>
                  <a:pt x="129" y="243"/>
                </a:cubicBezTo>
                <a:cubicBezTo>
                  <a:pt x="63" y="247"/>
                  <a:pt x="7" y="196"/>
                  <a:pt x="3" y="130"/>
                </a:cubicBezTo>
                <a:cubicBezTo>
                  <a:pt x="0" y="63"/>
                  <a:pt x="51" y="7"/>
                  <a:pt x="117" y="4"/>
                </a:cubicBezTo>
                <a:cubicBezTo>
                  <a:pt x="183" y="0"/>
                  <a:pt x="240" y="51"/>
                  <a:pt x="243" y="118"/>
                </a:cubicBezTo>
                <a:close/>
              </a:path>
            </a:pathLst>
          </a:custGeom>
          <a:solidFill>
            <a:schemeClr val="accent1">
              <a:alpha val="60000"/>
            </a:schemeClr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22" name="Freeform 22"/>
          <p:cNvSpPr/>
          <p:nvPr/>
        </p:nvSpPr>
        <p:spPr>
          <a:xfrm>
            <a:off x="9491523" y="3076628"/>
            <a:ext cx="768426" cy="766113"/>
          </a:xfrm>
          <a:custGeom>
            <a:avLst/>
            <a:gdLst/>
            <a:ahLst/>
            <a:cxnLst/>
            <a:rect l="l" t="t" r="r" b="b"/>
            <a:pathLst>
              <a:path w="206" h="206">
                <a:moveTo>
                  <a:pt x="204" y="98"/>
                </a:moveTo>
                <a:cubicBezTo>
                  <a:pt x="206" y="153"/>
                  <a:pt x="164" y="200"/>
                  <a:pt x="108" y="203"/>
                </a:cubicBezTo>
                <a:cubicBezTo>
                  <a:pt x="53" y="206"/>
                  <a:pt x="6" y="163"/>
                  <a:pt x="3" y="108"/>
                </a:cubicBezTo>
                <a:cubicBezTo>
                  <a:pt x="0" y="52"/>
                  <a:pt x="43" y="5"/>
                  <a:pt x="98" y="3"/>
                </a:cubicBezTo>
                <a:cubicBezTo>
                  <a:pt x="154" y="0"/>
                  <a:pt x="201" y="42"/>
                  <a:pt x="204" y="98"/>
                </a:cubicBezTo>
                <a:close/>
              </a:path>
            </a:pathLst>
          </a:custGeom>
          <a:solidFill>
            <a:schemeClr val="accent1">
              <a:alpha val="60000"/>
            </a:schemeClr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23" name="Freeform 23"/>
          <p:cNvSpPr/>
          <p:nvPr/>
        </p:nvSpPr>
        <p:spPr>
          <a:xfrm>
            <a:off x="9286119" y="1800544"/>
            <a:ext cx="745346" cy="740732"/>
          </a:xfrm>
          <a:custGeom>
            <a:avLst/>
            <a:gdLst/>
            <a:ahLst/>
            <a:cxnLst/>
            <a:rect l="l" t="t" r="r" b="b"/>
            <a:pathLst>
              <a:path w="200" h="199">
                <a:moveTo>
                  <a:pt x="197" y="95"/>
                </a:moveTo>
                <a:cubicBezTo>
                  <a:pt x="200" y="148"/>
                  <a:pt x="158" y="194"/>
                  <a:pt x="105" y="197"/>
                </a:cubicBezTo>
                <a:cubicBezTo>
                  <a:pt x="51" y="199"/>
                  <a:pt x="6" y="158"/>
                  <a:pt x="3" y="105"/>
                </a:cubicBezTo>
                <a:cubicBezTo>
                  <a:pt x="0" y="51"/>
                  <a:pt x="42" y="5"/>
                  <a:pt x="95" y="3"/>
                </a:cubicBezTo>
                <a:cubicBezTo>
                  <a:pt x="149" y="0"/>
                  <a:pt x="194" y="41"/>
                  <a:pt x="197" y="95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24" name="Freeform 24"/>
          <p:cNvSpPr/>
          <p:nvPr/>
        </p:nvSpPr>
        <p:spPr>
          <a:xfrm>
            <a:off x="10220685" y="2268982"/>
            <a:ext cx="256141" cy="258448"/>
          </a:xfrm>
          <a:custGeom>
            <a:avLst/>
            <a:gdLst/>
            <a:ahLst/>
            <a:cxnLst/>
            <a:rect l="l" t="t" r="r" b="b"/>
            <a:pathLst>
              <a:path w="69" h="69">
                <a:moveTo>
                  <a:pt x="68" y="33"/>
                </a:moveTo>
                <a:cubicBezTo>
                  <a:pt x="69" y="52"/>
                  <a:pt x="54" y="67"/>
                  <a:pt x="36" y="68"/>
                </a:cubicBezTo>
                <a:cubicBezTo>
                  <a:pt x="17" y="69"/>
                  <a:pt x="1" y="55"/>
                  <a:pt x="0" y="36"/>
                </a:cubicBezTo>
                <a:cubicBezTo>
                  <a:pt x="0" y="18"/>
                  <a:pt x="14" y="2"/>
                  <a:pt x="32" y="1"/>
                </a:cubicBezTo>
                <a:cubicBezTo>
                  <a:pt x="51" y="0"/>
                  <a:pt x="67" y="14"/>
                  <a:pt x="68" y="33"/>
                </a:cubicBez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 fontScale="70000" lnSpcReduction="20000"/>
          </a:bodyPr>
          <a:lstStyle/>
          <a:p>
            <a:pPr marL="0" algn="ctr"/>
            <a:endParaRPr/>
          </a:p>
        </p:txBody>
      </p:sp>
      <p:sp>
        <p:nvSpPr>
          <p:cNvPr id="25" name="Freeform 25"/>
          <p:cNvSpPr/>
          <p:nvPr/>
        </p:nvSpPr>
        <p:spPr>
          <a:xfrm>
            <a:off x="7940803" y="1975919"/>
            <a:ext cx="235373" cy="237681"/>
          </a:xfrm>
          <a:custGeom>
            <a:avLst/>
            <a:gdLst/>
            <a:ahLst/>
            <a:cxnLst/>
            <a:rect l="l" t="t" r="r" b="b"/>
            <a:pathLst>
              <a:path w="63" h="64">
                <a:moveTo>
                  <a:pt x="62" y="30"/>
                </a:moveTo>
                <a:cubicBezTo>
                  <a:pt x="63" y="47"/>
                  <a:pt x="50" y="62"/>
                  <a:pt x="33" y="63"/>
                </a:cubicBezTo>
                <a:cubicBezTo>
                  <a:pt x="16" y="64"/>
                  <a:pt x="1" y="51"/>
                  <a:pt x="1" y="34"/>
                </a:cubicBezTo>
                <a:cubicBezTo>
                  <a:pt x="0" y="16"/>
                  <a:pt x="13" y="2"/>
                  <a:pt x="30" y="1"/>
                </a:cubicBezTo>
                <a:cubicBezTo>
                  <a:pt x="47" y="0"/>
                  <a:pt x="62" y="13"/>
                  <a:pt x="62" y="30"/>
                </a:cubicBezTo>
                <a:close/>
              </a:path>
            </a:pathLst>
          </a:custGeom>
          <a:solidFill>
            <a:srgbClr val="FFC529"/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 fontScale="62500" lnSpcReduction="20000"/>
          </a:bodyPr>
          <a:lstStyle/>
          <a:p>
            <a:pPr marL="0" algn="ctr"/>
            <a:endParaRPr/>
          </a:p>
        </p:txBody>
      </p:sp>
      <p:sp>
        <p:nvSpPr>
          <p:cNvPr id="26" name="Freeform 26"/>
          <p:cNvSpPr/>
          <p:nvPr/>
        </p:nvSpPr>
        <p:spPr>
          <a:xfrm>
            <a:off x="9819167" y="1445178"/>
            <a:ext cx="237681" cy="239987"/>
          </a:xfrm>
          <a:custGeom>
            <a:avLst/>
            <a:gdLst/>
            <a:ahLst/>
            <a:cxnLst/>
            <a:rect l="l" t="t" r="r" b="b"/>
            <a:pathLst>
              <a:path w="64" h="64">
                <a:moveTo>
                  <a:pt x="63" y="31"/>
                </a:moveTo>
                <a:cubicBezTo>
                  <a:pt x="64" y="48"/>
                  <a:pt x="50" y="62"/>
                  <a:pt x="33" y="63"/>
                </a:cubicBezTo>
                <a:cubicBezTo>
                  <a:pt x="16" y="64"/>
                  <a:pt x="2" y="51"/>
                  <a:pt x="1" y="34"/>
                </a:cubicBezTo>
                <a:cubicBezTo>
                  <a:pt x="0" y="17"/>
                  <a:pt x="13" y="2"/>
                  <a:pt x="30" y="1"/>
                </a:cubicBezTo>
                <a:cubicBezTo>
                  <a:pt x="47" y="0"/>
                  <a:pt x="62" y="13"/>
                  <a:pt x="63" y="31"/>
                </a:cubicBezTo>
                <a:close/>
              </a:path>
            </a:pathLst>
          </a:custGeom>
          <a:solidFill>
            <a:srgbClr val="FFC529"/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 fontScale="62500" lnSpcReduction="20000"/>
          </a:bodyPr>
          <a:lstStyle/>
          <a:p>
            <a:pPr marL="0" algn="ctr"/>
            <a:endParaRPr/>
          </a:p>
        </p:txBody>
      </p:sp>
      <p:sp>
        <p:nvSpPr>
          <p:cNvPr id="27" name="Freeform 27"/>
          <p:cNvSpPr/>
          <p:nvPr/>
        </p:nvSpPr>
        <p:spPr>
          <a:xfrm>
            <a:off x="10123767" y="2439742"/>
            <a:ext cx="55382" cy="57690"/>
          </a:xfrm>
          <a:custGeom>
            <a:avLst/>
            <a:gdLst/>
            <a:ahLst/>
            <a:cxnLst/>
            <a:rect l="l" t="t" r="r" b="b"/>
            <a:pathLst>
              <a:path w="15" h="15">
                <a:moveTo>
                  <a:pt x="15" y="7"/>
                </a:moveTo>
                <a:cubicBezTo>
                  <a:pt x="15" y="11"/>
                  <a:pt x="12" y="15"/>
                  <a:pt x="8" y="15"/>
                </a:cubicBezTo>
                <a:cubicBezTo>
                  <a:pt x="4" y="15"/>
                  <a:pt x="0" y="12"/>
                  <a:pt x="0" y="8"/>
                </a:cubicBezTo>
                <a:cubicBezTo>
                  <a:pt x="0" y="4"/>
                  <a:pt x="3" y="1"/>
                  <a:pt x="7" y="0"/>
                </a:cubicBezTo>
                <a:cubicBezTo>
                  <a:pt x="11" y="0"/>
                  <a:pt x="14" y="3"/>
                  <a:pt x="15" y="7"/>
                </a:cubicBezTo>
                <a:close/>
              </a:path>
            </a:pathLst>
          </a:custGeom>
          <a:solidFill>
            <a:schemeClr val="accent1"/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28" name="Freeform 28"/>
          <p:cNvSpPr/>
          <p:nvPr/>
        </p:nvSpPr>
        <p:spPr>
          <a:xfrm>
            <a:off x="10610665" y="3171242"/>
            <a:ext cx="55382" cy="55382"/>
          </a:xfrm>
          <a:custGeom>
            <a:avLst/>
            <a:gdLst/>
            <a:ahLst/>
            <a:cxnLst/>
            <a:rect l="l" t="t" r="r" b="b"/>
            <a:pathLst>
              <a:path w="15" h="15">
                <a:moveTo>
                  <a:pt x="14" y="7"/>
                </a:moveTo>
                <a:cubicBezTo>
                  <a:pt x="15" y="11"/>
                  <a:pt x="12" y="14"/>
                  <a:pt x="8" y="14"/>
                </a:cubicBezTo>
                <a:cubicBezTo>
                  <a:pt x="3" y="15"/>
                  <a:pt x="0" y="11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11" y="0"/>
                  <a:pt x="14" y="3"/>
                  <a:pt x="14" y="7"/>
                </a:cubicBezTo>
                <a:close/>
              </a:path>
            </a:pathLst>
          </a:custGeom>
          <a:solidFill>
            <a:schemeClr val="accent1"/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29" name="Freeform 29"/>
          <p:cNvSpPr/>
          <p:nvPr/>
        </p:nvSpPr>
        <p:spPr>
          <a:xfrm>
            <a:off x="8817681" y="2195140"/>
            <a:ext cx="55382" cy="55382"/>
          </a:xfrm>
          <a:custGeom>
            <a:avLst/>
            <a:gdLst/>
            <a:ahLst/>
            <a:cxnLst/>
            <a:rect l="l" t="t" r="r" b="b"/>
            <a:pathLst>
              <a:path w="15" h="15">
                <a:moveTo>
                  <a:pt x="15" y="7"/>
                </a:moveTo>
                <a:cubicBezTo>
                  <a:pt x="15" y="11"/>
                  <a:pt x="12" y="15"/>
                  <a:pt x="8" y="15"/>
                </a:cubicBezTo>
                <a:cubicBezTo>
                  <a:pt x="4" y="15"/>
                  <a:pt x="0" y="12"/>
                  <a:pt x="0" y="8"/>
                </a:cubicBezTo>
                <a:cubicBezTo>
                  <a:pt x="0" y="4"/>
                  <a:pt x="3" y="1"/>
                  <a:pt x="7" y="1"/>
                </a:cubicBezTo>
                <a:cubicBezTo>
                  <a:pt x="11" y="0"/>
                  <a:pt x="15" y="3"/>
                  <a:pt x="15" y="7"/>
                </a:cubicBezTo>
                <a:close/>
              </a:path>
            </a:pathLst>
          </a:custGeom>
          <a:solidFill>
            <a:schemeClr val="accent1"/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30" name="Freeform 30"/>
          <p:cNvSpPr/>
          <p:nvPr/>
        </p:nvSpPr>
        <p:spPr>
          <a:xfrm>
            <a:off x="8480775" y="1389796"/>
            <a:ext cx="57690" cy="55382"/>
          </a:xfrm>
          <a:custGeom>
            <a:avLst/>
            <a:gdLst/>
            <a:ahLst/>
            <a:cxnLst/>
            <a:rect l="l" t="t" r="r" b="b"/>
            <a:pathLst>
              <a:path w="15" h="15">
                <a:moveTo>
                  <a:pt x="15" y="7"/>
                </a:moveTo>
                <a:cubicBezTo>
                  <a:pt x="15" y="11"/>
                  <a:pt x="12" y="14"/>
                  <a:pt x="8" y="14"/>
                </a:cubicBezTo>
                <a:cubicBezTo>
                  <a:pt x="4" y="15"/>
                  <a:pt x="1" y="12"/>
                  <a:pt x="1" y="8"/>
                </a:cubicBezTo>
                <a:cubicBezTo>
                  <a:pt x="0" y="3"/>
                  <a:pt x="4" y="0"/>
                  <a:pt x="8" y="0"/>
                </a:cubicBezTo>
                <a:cubicBezTo>
                  <a:pt x="12" y="0"/>
                  <a:pt x="15" y="3"/>
                  <a:pt x="15" y="7"/>
                </a:cubicBezTo>
                <a:close/>
              </a:path>
            </a:pathLst>
          </a:custGeom>
          <a:solidFill>
            <a:schemeClr val="accent1"/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31" name="Freeform 31"/>
          <p:cNvSpPr/>
          <p:nvPr/>
        </p:nvSpPr>
        <p:spPr>
          <a:xfrm>
            <a:off x="8277708" y="3178166"/>
            <a:ext cx="55382" cy="55382"/>
          </a:xfrm>
          <a:custGeom>
            <a:avLst/>
            <a:gdLst/>
            <a:ahLst/>
            <a:cxnLst/>
            <a:rect l="l" t="t" r="r" b="b"/>
            <a:pathLst>
              <a:path w="15" h="15">
                <a:moveTo>
                  <a:pt x="15" y="7"/>
                </a:moveTo>
                <a:cubicBezTo>
                  <a:pt x="15" y="11"/>
                  <a:pt x="12" y="14"/>
                  <a:pt x="8" y="15"/>
                </a:cubicBezTo>
                <a:cubicBezTo>
                  <a:pt x="4" y="15"/>
                  <a:pt x="0" y="12"/>
                  <a:pt x="0" y="8"/>
                </a:cubicBezTo>
                <a:cubicBezTo>
                  <a:pt x="0" y="4"/>
                  <a:pt x="3" y="0"/>
                  <a:pt x="7" y="0"/>
                </a:cubicBezTo>
                <a:cubicBezTo>
                  <a:pt x="11" y="0"/>
                  <a:pt x="15" y="3"/>
                  <a:pt x="15" y="7"/>
                </a:cubicBezTo>
                <a:close/>
              </a:path>
            </a:pathLst>
          </a:custGeom>
          <a:solidFill>
            <a:schemeClr val="accent1"/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32" name="Freeform 32"/>
          <p:cNvSpPr/>
          <p:nvPr/>
        </p:nvSpPr>
        <p:spPr>
          <a:xfrm>
            <a:off x="8370012" y="2354362"/>
            <a:ext cx="341521" cy="346136"/>
          </a:xfrm>
          <a:custGeom>
            <a:avLst/>
            <a:gdLst/>
            <a:ahLst/>
            <a:cxnLst/>
            <a:rect l="l" t="t" r="r" b="b"/>
            <a:pathLst>
              <a:path w="92" h="93">
                <a:moveTo>
                  <a:pt x="91" y="44"/>
                </a:moveTo>
                <a:cubicBezTo>
                  <a:pt x="92" y="69"/>
                  <a:pt x="73" y="90"/>
                  <a:pt x="48" y="91"/>
                </a:cubicBezTo>
                <a:cubicBezTo>
                  <a:pt x="23" y="93"/>
                  <a:pt x="2" y="73"/>
                  <a:pt x="1" y="49"/>
                </a:cubicBezTo>
                <a:cubicBezTo>
                  <a:pt x="0" y="24"/>
                  <a:pt x="19" y="3"/>
                  <a:pt x="44" y="1"/>
                </a:cubicBezTo>
                <a:cubicBezTo>
                  <a:pt x="69" y="0"/>
                  <a:pt x="90" y="19"/>
                  <a:pt x="91" y="44"/>
                </a:cubicBezTo>
                <a:close/>
              </a:path>
            </a:pathLst>
          </a:custGeom>
          <a:solidFill>
            <a:schemeClr val="accent1"/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 lnSpcReduction="10000"/>
          </a:bodyPr>
          <a:lstStyle/>
          <a:p>
            <a:pPr marL="0" algn="ctr"/>
            <a:endParaRPr/>
          </a:p>
        </p:txBody>
      </p:sp>
      <p:sp>
        <p:nvSpPr>
          <p:cNvPr id="33" name="Freeform 33"/>
          <p:cNvSpPr/>
          <p:nvPr/>
        </p:nvSpPr>
        <p:spPr>
          <a:xfrm>
            <a:off x="10301450" y="2772033"/>
            <a:ext cx="346136" cy="346136"/>
          </a:xfrm>
          <a:custGeom>
            <a:avLst/>
            <a:gdLst/>
            <a:ahLst/>
            <a:cxnLst/>
            <a:rect l="l" t="t" r="r" b="b"/>
            <a:pathLst>
              <a:path w="93" h="93">
                <a:moveTo>
                  <a:pt x="92" y="44"/>
                </a:moveTo>
                <a:cubicBezTo>
                  <a:pt x="93" y="69"/>
                  <a:pt x="74" y="90"/>
                  <a:pt x="49" y="91"/>
                </a:cubicBezTo>
                <a:cubicBezTo>
                  <a:pt x="24" y="93"/>
                  <a:pt x="3" y="74"/>
                  <a:pt x="2" y="49"/>
                </a:cubicBezTo>
                <a:cubicBezTo>
                  <a:pt x="0" y="24"/>
                  <a:pt x="19" y="3"/>
                  <a:pt x="44" y="1"/>
                </a:cubicBezTo>
                <a:cubicBezTo>
                  <a:pt x="69" y="0"/>
                  <a:pt x="90" y="19"/>
                  <a:pt x="92" y="44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 lnSpcReduction="10000"/>
          </a:bodyPr>
          <a:lstStyle/>
          <a:p>
            <a:pPr marL="0" algn="ctr"/>
            <a:endParaRPr/>
          </a:p>
        </p:txBody>
      </p:sp>
      <p:sp>
        <p:nvSpPr>
          <p:cNvPr id="34" name="AutoShape 34"/>
          <p:cNvSpPr/>
          <p:nvPr/>
        </p:nvSpPr>
        <p:spPr>
          <a:xfrm>
            <a:off x="8586923" y="1223651"/>
            <a:ext cx="978411" cy="978410"/>
          </a:xfrm>
          <a:prstGeom prst="ellipse">
            <a:avLst/>
          </a:prstGeom>
          <a:solidFill>
            <a:srgbClr val="EFD0E2"/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cxnSp>
        <p:nvCxnSpPr>
          <p:cNvPr id="35" name="Connector 35"/>
          <p:cNvCxnSpPr/>
          <p:nvPr/>
        </p:nvCxnSpPr>
        <p:spPr>
          <a:xfrm>
            <a:off x="8400854" y="3773427"/>
            <a:ext cx="1142924" cy="414214"/>
          </a:xfrm>
          <a:prstGeom prst="line">
            <a:avLst/>
          </a:prstGeom>
          <a:ln w="57150" cap="flat" cmpd="sng">
            <a:solidFill>
              <a:schemeClr val="accent1"/>
            </a:solidFill>
            <a:prstDash val="solid"/>
          </a:ln>
        </p:spPr>
      </p:cxnSp>
      <p:cxnSp>
        <p:nvCxnSpPr>
          <p:cNvPr id="36" name="Connector 36"/>
          <p:cNvCxnSpPr/>
          <p:nvPr/>
        </p:nvCxnSpPr>
        <p:spPr>
          <a:xfrm flipV="1">
            <a:off x="9559119" y="3903828"/>
            <a:ext cx="1020194" cy="276143"/>
          </a:xfrm>
          <a:prstGeom prst="line">
            <a:avLst/>
          </a:prstGeom>
          <a:ln w="57150" cap="flat" cmpd="sng">
            <a:solidFill>
              <a:schemeClr val="accent1"/>
            </a:solidFill>
            <a:prstDash val="solid"/>
          </a:ln>
        </p:spPr>
      </p:cxnSp>
      <p:sp>
        <p:nvSpPr>
          <p:cNvPr id="37" name="Freeform 37"/>
          <p:cNvSpPr/>
          <p:nvPr/>
        </p:nvSpPr>
        <p:spPr>
          <a:xfrm>
            <a:off x="8720997" y="3283162"/>
            <a:ext cx="1169940" cy="1169941"/>
          </a:xfrm>
          <a:custGeom>
            <a:avLst/>
            <a:gdLst/>
            <a:ahLst/>
            <a:cxnLst/>
            <a:rect l="l" t="t" r="r" b="b"/>
            <a:pathLst>
              <a:path w="314" h="314">
                <a:moveTo>
                  <a:pt x="310" y="150"/>
                </a:moveTo>
                <a:cubicBezTo>
                  <a:pt x="314" y="234"/>
                  <a:pt x="249" y="306"/>
                  <a:pt x="165" y="310"/>
                </a:cubicBezTo>
                <a:cubicBezTo>
                  <a:pt x="80" y="314"/>
                  <a:pt x="9" y="249"/>
                  <a:pt x="4" y="165"/>
                </a:cubicBezTo>
                <a:cubicBezTo>
                  <a:pt x="0" y="80"/>
                  <a:pt x="65" y="9"/>
                  <a:pt x="149" y="4"/>
                </a:cubicBezTo>
                <a:cubicBezTo>
                  <a:pt x="234" y="0"/>
                  <a:pt x="306" y="65"/>
                  <a:pt x="310" y="150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8" name="Freeform 38"/>
          <p:cNvSpPr/>
          <p:nvPr/>
        </p:nvSpPr>
        <p:spPr>
          <a:xfrm>
            <a:off x="8370011" y="2421283"/>
            <a:ext cx="953029" cy="948413"/>
          </a:xfrm>
          <a:custGeom>
            <a:avLst/>
            <a:gdLst/>
            <a:ahLst/>
            <a:cxnLst/>
            <a:rect l="l" t="t" r="r" b="b"/>
            <a:pathLst>
              <a:path w="256" h="255">
                <a:moveTo>
                  <a:pt x="252" y="121"/>
                </a:moveTo>
                <a:cubicBezTo>
                  <a:pt x="256" y="190"/>
                  <a:pt x="203" y="248"/>
                  <a:pt x="134" y="252"/>
                </a:cubicBezTo>
                <a:cubicBezTo>
                  <a:pt x="65" y="255"/>
                  <a:pt x="7" y="202"/>
                  <a:pt x="4" y="133"/>
                </a:cubicBezTo>
                <a:cubicBezTo>
                  <a:pt x="0" y="65"/>
                  <a:pt x="53" y="6"/>
                  <a:pt x="122" y="3"/>
                </a:cubicBezTo>
                <a:cubicBezTo>
                  <a:pt x="190" y="0"/>
                  <a:pt x="249" y="52"/>
                  <a:pt x="252" y="121"/>
                </a:cubicBezTo>
                <a:close/>
              </a:path>
            </a:pathLst>
          </a:custGeom>
          <a:solidFill>
            <a:srgbClr val="FFC529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9" name="Freeform 39"/>
          <p:cNvSpPr/>
          <p:nvPr/>
        </p:nvSpPr>
        <p:spPr>
          <a:xfrm>
            <a:off x="8250017" y="1851311"/>
            <a:ext cx="1169940" cy="1169941"/>
          </a:xfrm>
          <a:custGeom>
            <a:avLst/>
            <a:gdLst/>
            <a:ahLst/>
            <a:cxnLst/>
            <a:rect l="l" t="t" r="r" b="b"/>
            <a:pathLst>
              <a:path w="314" h="314">
                <a:moveTo>
                  <a:pt x="310" y="150"/>
                </a:moveTo>
                <a:cubicBezTo>
                  <a:pt x="314" y="234"/>
                  <a:pt x="249" y="306"/>
                  <a:pt x="164" y="310"/>
                </a:cubicBezTo>
                <a:cubicBezTo>
                  <a:pt x="80" y="314"/>
                  <a:pt x="8" y="249"/>
                  <a:pt x="4" y="165"/>
                </a:cubicBezTo>
                <a:cubicBezTo>
                  <a:pt x="0" y="80"/>
                  <a:pt x="65" y="9"/>
                  <a:pt x="149" y="4"/>
                </a:cubicBezTo>
                <a:cubicBezTo>
                  <a:pt x="234" y="0"/>
                  <a:pt x="305" y="65"/>
                  <a:pt x="310" y="150"/>
                </a:cubicBezTo>
                <a:close/>
              </a:path>
            </a:pathLst>
          </a:custGeom>
          <a:solidFill>
            <a:srgbClr val="FFC529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0" name="Freeform 40"/>
          <p:cNvSpPr/>
          <p:nvPr/>
        </p:nvSpPr>
        <p:spPr>
          <a:xfrm>
            <a:off x="9687635" y="2633579"/>
            <a:ext cx="856111" cy="856111"/>
          </a:xfrm>
          <a:custGeom>
            <a:avLst/>
            <a:gdLst/>
            <a:ahLst/>
            <a:cxnLst/>
            <a:rect l="l" t="t" r="r" b="b"/>
            <a:pathLst>
              <a:path w="230" h="230">
                <a:moveTo>
                  <a:pt x="227" y="109"/>
                </a:moveTo>
                <a:cubicBezTo>
                  <a:pt x="230" y="171"/>
                  <a:pt x="182" y="224"/>
                  <a:pt x="121" y="227"/>
                </a:cubicBezTo>
                <a:cubicBezTo>
                  <a:pt x="59" y="230"/>
                  <a:pt x="6" y="182"/>
                  <a:pt x="3" y="120"/>
                </a:cubicBezTo>
                <a:cubicBezTo>
                  <a:pt x="0" y="59"/>
                  <a:pt x="48" y="6"/>
                  <a:pt x="109" y="3"/>
                </a:cubicBezTo>
                <a:cubicBezTo>
                  <a:pt x="171" y="0"/>
                  <a:pt x="224" y="48"/>
                  <a:pt x="227" y="109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1" name="Freeform 41"/>
          <p:cNvSpPr/>
          <p:nvPr/>
        </p:nvSpPr>
        <p:spPr>
          <a:xfrm>
            <a:off x="8944598" y="2174371"/>
            <a:ext cx="1220707" cy="1220707"/>
          </a:xfrm>
          <a:custGeom>
            <a:avLst/>
            <a:gdLst/>
            <a:ahLst/>
            <a:cxnLst/>
            <a:rect l="l" t="t" r="r" b="b"/>
            <a:pathLst>
              <a:path w="328" h="328">
                <a:moveTo>
                  <a:pt x="323" y="156"/>
                </a:moveTo>
                <a:cubicBezTo>
                  <a:pt x="328" y="244"/>
                  <a:pt x="260" y="319"/>
                  <a:pt x="172" y="323"/>
                </a:cubicBezTo>
                <a:cubicBezTo>
                  <a:pt x="84" y="328"/>
                  <a:pt x="9" y="260"/>
                  <a:pt x="4" y="172"/>
                </a:cubicBezTo>
                <a:cubicBezTo>
                  <a:pt x="0" y="84"/>
                  <a:pt x="68" y="9"/>
                  <a:pt x="156" y="4"/>
                </a:cubicBezTo>
                <a:cubicBezTo>
                  <a:pt x="244" y="0"/>
                  <a:pt x="319" y="68"/>
                  <a:pt x="323" y="156"/>
                </a:cubicBezTo>
                <a:close/>
              </a:path>
            </a:pathLst>
          </a:custGeom>
          <a:solidFill>
            <a:schemeClr val="accent2">
              <a:lumMod val="90000"/>
            </a:schemeClr>
          </a:solidFill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2" name="Freeform 42"/>
          <p:cNvSpPr/>
          <p:nvPr/>
        </p:nvSpPr>
        <p:spPr>
          <a:xfrm>
            <a:off x="10202224" y="3547377"/>
            <a:ext cx="722271" cy="717656"/>
          </a:xfrm>
          <a:custGeom>
            <a:avLst/>
            <a:gdLst/>
            <a:ahLst/>
            <a:cxnLst/>
            <a:rect l="l" t="t" r="r" b="b"/>
            <a:pathLst>
              <a:path w="194" h="193">
                <a:moveTo>
                  <a:pt x="192" y="93"/>
                </a:moveTo>
                <a:cubicBezTo>
                  <a:pt x="194" y="145"/>
                  <a:pt x="153" y="190"/>
                  <a:pt x="101" y="192"/>
                </a:cubicBezTo>
                <a:cubicBezTo>
                  <a:pt x="84" y="193"/>
                  <a:pt x="69" y="190"/>
                  <a:pt x="55" y="183"/>
                </a:cubicBezTo>
                <a:cubicBezTo>
                  <a:pt x="50" y="181"/>
                  <a:pt x="45" y="178"/>
                  <a:pt x="40" y="174"/>
                </a:cubicBezTo>
                <a:cubicBezTo>
                  <a:pt x="25" y="163"/>
                  <a:pt x="12" y="147"/>
                  <a:pt x="6" y="127"/>
                </a:cubicBezTo>
                <a:cubicBezTo>
                  <a:pt x="4" y="122"/>
                  <a:pt x="2" y="115"/>
                  <a:pt x="1" y="109"/>
                </a:cubicBezTo>
                <a:cubicBezTo>
                  <a:pt x="1" y="106"/>
                  <a:pt x="1" y="104"/>
                  <a:pt x="1" y="101"/>
                </a:cubicBezTo>
                <a:cubicBezTo>
                  <a:pt x="0" y="79"/>
                  <a:pt x="6" y="59"/>
                  <a:pt x="18" y="43"/>
                </a:cubicBezTo>
                <a:cubicBezTo>
                  <a:pt x="26" y="31"/>
                  <a:pt x="36" y="21"/>
                  <a:pt x="48" y="14"/>
                </a:cubicBezTo>
                <a:cubicBezTo>
                  <a:pt x="61" y="6"/>
                  <a:pt x="76" y="2"/>
                  <a:pt x="92" y="1"/>
                </a:cubicBezTo>
                <a:cubicBezTo>
                  <a:pt x="129" y="0"/>
                  <a:pt x="161" y="19"/>
                  <a:pt x="179" y="48"/>
                </a:cubicBezTo>
                <a:cubicBezTo>
                  <a:pt x="179" y="48"/>
                  <a:pt x="179" y="48"/>
                  <a:pt x="179" y="48"/>
                </a:cubicBezTo>
                <a:cubicBezTo>
                  <a:pt x="187" y="61"/>
                  <a:pt x="191" y="76"/>
                  <a:pt x="192" y="93"/>
                </a:cubicBezTo>
                <a:close/>
              </a:path>
            </a:pathLst>
          </a:custGeom>
          <a:solidFill>
            <a:srgbClr val="FFC529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3" name="Freeform 43"/>
          <p:cNvSpPr/>
          <p:nvPr/>
        </p:nvSpPr>
        <p:spPr>
          <a:xfrm>
            <a:off x="7986955" y="3328158"/>
            <a:ext cx="869955" cy="869956"/>
          </a:xfrm>
          <a:custGeom>
            <a:avLst/>
            <a:gdLst/>
            <a:ahLst/>
            <a:cxnLst/>
            <a:rect l="l" t="t" r="r" b="b"/>
            <a:pathLst>
              <a:path w="234" h="234">
                <a:moveTo>
                  <a:pt x="232" y="112"/>
                </a:moveTo>
                <a:cubicBezTo>
                  <a:pt x="234" y="175"/>
                  <a:pt x="185" y="229"/>
                  <a:pt x="122" y="232"/>
                </a:cubicBezTo>
                <a:cubicBezTo>
                  <a:pt x="59" y="234"/>
                  <a:pt x="6" y="185"/>
                  <a:pt x="3" y="122"/>
                </a:cubicBezTo>
                <a:cubicBezTo>
                  <a:pt x="0" y="59"/>
                  <a:pt x="49" y="6"/>
                  <a:pt x="112" y="3"/>
                </a:cubicBezTo>
                <a:cubicBezTo>
                  <a:pt x="176" y="0"/>
                  <a:pt x="229" y="49"/>
                  <a:pt x="232" y="112"/>
                </a:cubicBezTo>
                <a:close/>
              </a:path>
            </a:pathLst>
          </a:custGeom>
          <a:solidFill>
            <a:schemeClr val="accent2">
              <a:lumMod val="90000"/>
            </a:schemeClr>
          </a:solidFill>
          <a:ln cap="flat">
            <a:prstDash val="solid"/>
          </a:ln>
        </p:spPr>
        <p:txBody>
          <a:bodyPr vert="horz" wrap="none" lIns="0" tIns="0" rIns="0" bIns="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4" name="TextBox 6"/>
          <p:cNvSpPr txBox="1"/>
          <p:nvPr/>
        </p:nvSpPr>
        <p:spPr>
          <a:xfrm>
            <a:off x="880352" y="2048594"/>
            <a:ext cx="7176321" cy="452431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>
            <a:defPPr>
              <a:defRPr lang="en-US"/>
            </a:defPPr>
            <a:lvl1pPr>
              <a:defRPr sz="1400">
                <a:latin typeface="Microsoft YaHei" pitchFamily="34" charset="-122"/>
                <a:ea typeface="Microsoft YaHei" pitchFamily="34" charset="-122"/>
              </a:defRPr>
            </a:lvl1pPr>
          </a:lstStyle>
          <a:p>
            <a:endParaRPr lang="en-US" sz="1600" dirty="0"/>
          </a:p>
          <a:p>
            <a:r>
              <a:rPr lang="en-US" sz="1600" b="1" dirty="0"/>
              <a:t>Create a New </a:t>
            </a:r>
            <a:r>
              <a:rPr lang="en-US" sz="1600" b="1" dirty="0" smtClean="0"/>
              <a:t>File: </a:t>
            </a:r>
            <a:r>
              <a:rPr lang="en-US" sz="1600" dirty="0"/>
              <a:t> To create a new file in Python, use the open() method, with one of the following parameters:</a:t>
            </a:r>
          </a:p>
          <a:p>
            <a:r>
              <a:rPr lang="en-US" sz="1600" b="1" dirty="0"/>
              <a:t>"x" </a:t>
            </a:r>
            <a:r>
              <a:rPr lang="en-US" sz="1600" dirty="0"/>
              <a:t>- Create - will create a file, returns an error if the file exists</a:t>
            </a:r>
          </a:p>
          <a:p>
            <a:r>
              <a:rPr lang="en-US" sz="1600" b="1" dirty="0"/>
              <a:t>"a" </a:t>
            </a:r>
            <a:r>
              <a:rPr lang="en-US" sz="1600" dirty="0"/>
              <a:t>- Append - will create a file if the specified file does not exists</a:t>
            </a:r>
          </a:p>
          <a:p>
            <a:r>
              <a:rPr lang="en-US" sz="1600" b="1" dirty="0"/>
              <a:t>"w" </a:t>
            </a:r>
            <a:r>
              <a:rPr lang="en-US" sz="1600" dirty="0"/>
              <a:t>- Write - will create a file if the specified file does not </a:t>
            </a:r>
            <a:r>
              <a:rPr lang="en-US" sz="1600" dirty="0" smtClean="0"/>
              <a:t>exists</a:t>
            </a:r>
          </a:p>
          <a:p>
            <a:endParaRPr lang="en-US" sz="1600" dirty="0"/>
          </a:p>
          <a:p>
            <a:r>
              <a:rPr lang="en-US" sz="1600" dirty="0" smtClean="0"/>
              <a:t>Examples: </a:t>
            </a:r>
          </a:p>
          <a:p>
            <a:r>
              <a:rPr lang="en-US" sz="1600" dirty="0"/>
              <a:t>Create a file called "myfile.txt":</a:t>
            </a:r>
          </a:p>
          <a:p>
            <a:r>
              <a:rPr lang="en-US" sz="1600" dirty="0"/>
              <a:t>f = open("myfile.txt", "x</a:t>
            </a:r>
            <a:r>
              <a:rPr lang="en-US" sz="1600" dirty="0" smtClean="0"/>
              <a:t>")</a:t>
            </a:r>
          </a:p>
          <a:p>
            <a:r>
              <a:rPr lang="en-US" sz="1600" dirty="0" smtClean="0"/>
              <a:t>This creates a new empty file</a:t>
            </a:r>
          </a:p>
          <a:p>
            <a:endParaRPr lang="en-US" sz="1600" dirty="0"/>
          </a:p>
          <a:p>
            <a:r>
              <a:rPr lang="en-US" sz="1600" dirty="0"/>
              <a:t>Create a new file if it does not exist:</a:t>
            </a:r>
          </a:p>
          <a:p>
            <a:r>
              <a:rPr lang="en-US" sz="1600" dirty="0"/>
              <a:t>f = open("myfile.txt", "w")</a:t>
            </a:r>
            <a:endParaRPr lang="en-US" sz="1600" dirty="0"/>
          </a:p>
          <a:p>
            <a:r>
              <a:rPr lang="en-US" sz="1600" dirty="0" smtClean="0"/>
              <a:t>This creates a new file and write to it</a:t>
            </a:r>
            <a:endParaRPr lang="en-US" sz="1600" dirty="0"/>
          </a:p>
          <a:p>
            <a:endParaRPr lang="en-US" sz="1600" dirty="0"/>
          </a:p>
          <a:p>
            <a:r>
              <a:rPr lang="en-US" sz="1600" b="1" dirty="0" smtClean="0"/>
              <a:t>NOTE: </a:t>
            </a:r>
            <a:r>
              <a:rPr lang="en-US" sz="1600" dirty="0" smtClean="0"/>
              <a:t>The </a:t>
            </a:r>
            <a:r>
              <a:rPr lang="en-US" sz="1600" dirty="0"/>
              <a:t>"w" method will overwrite the entire file</a:t>
            </a:r>
            <a:r>
              <a:rPr lang="en-US" sz="1600" dirty="0" smtClean="0"/>
              <a:t>. Be careful when using it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913760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0402" y="2687736"/>
            <a:ext cx="10858498" cy="923330"/>
          </a:xfrm>
        </p:spPr>
        <p:txBody>
          <a:bodyPr vert="horz" lIns="91440" tIns="45720" rIns="91440" b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altLang="zh-CN" sz="5400" b="1" i="0" u="none" baseline="0" dirty="0" smtClean="0">
                <a:solidFill>
                  <a:srgbClr val="000000"/>
                </a:solidFill>
                <a:latin typeface="微软雅黑"/>
                <a:ea typeface="微软雅黑"/>
              </a:rPr>
              <a:t>DELETE FILES</a:t>
            </a:r>
            <a:endParaRPr lang="zh-CN" altLang="en-US" sz="5400" b="1" i="0" u="none" baseline="0" dirty="0">
              <a:solidFill>
                <a:srgbClr val="000000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C717">
                <a:lumMod val="40000"/>
                <a:lumOff val="60000"/>
              </a:srgbClr>
            </a:gs>
            <a:gs pos="100000">
              <a:srgbClr val="FFC717">
                <a:alpha val="0"/>
                <a:lumMod val="20000"/>
                <a:lumOff val="80000"/>
              </a:srgbClr>
            </a:gs>
          </a:gsLst>
          <a:lin ang="162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2800" b="1" i="0" u="none" baseline="0" dirty="0" smtClean="0">
                <a:solidFill>
                  <a:srgbClr val="000000"/>
                </a:solidFill>
                <a:latin typeface="微软雅黑"/>
                <a:ea typeface="微软雅黑"/>
              </a:rPr>
              <a:t>Deleting file</a:t>
            </a:r>
            <a:endParaRPr lang="zh-CN" altLang="en-US" sz="2800" b="1" i="0" u="none" baseline="0" dirty="0">
              <a:solidFill>
                <a:srgbClr val="000000"/>
              </a:solidFill>
              <a:latin typeface="微软雅黑"/>
              <a:ea typeface="微软雅黑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19319" y="1186887"/>
            <a:ext cx="195080" cy="195080"/>
          </a:xfrm>
          <a:prstGeom prst="rect">
            <a:avLst/>
          </a:prstGeom>
          <a:gradFill>
            <a:gsLst>
              <a:gs pos="0">
                <a:srgbClr val="FF9A2C">
                  <a:lumMod val="60000"/>
                  <a:lumOff val="40000"/>
                </a:srgbClr>
              </a:gs>
              <a:gs pos="50000">
                <a:srgbClr val="FF9A2C"/>
              </a:gs>
            </a:gsLst>
            <a:lin ang="2700000"/>
          </a:gradFill>
        </p:spPr>
        <p:txBody>
          <a:bodyPr vert="horz" wrap="square" lIns="91440" tIns="45720" rIns="91440" bIns="45720" anchor="ctr">
            <a:prstTxWarp prst="textNoShape">
              <a:avLst/>
            </a:prstTxWarp>
            <a:normAutofit fontScale="40000" lnSpcReduction="20000"/>
          </a:bodyPr>
          <a:lstStyle/>
          <a:p>
            <a:pPr marL="0" algn="ctr"/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914399" y="1131767"/>
            <a:ext cx="7379488" cy="156966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>
            <a:defPPr>
              <a:defRPr lang="en-US"/>
            </a:defPPr>
            <a:lvl1pPr>
              <a:defRPr sz="1400">
                <a:latin typeface="Microsoft YaHei" pitchFamily="34" charset="-122"/>
                <a:ea typeface="Microsoft YaHei" pitchFamily="34" charset="-122"/>
              </a:defRPr>
            </a:lvl1pPr>
          </a:lstStyle>
          <a:p>
            <a:r>
              <a:rPr lang="en-US" sz="1600" dirty="0"/>
              <a:t>To delete a file, </a:t>
            </a:r>
            <a:r>
              <a:rPr lang="en-US" sz="1600" dirty="0" smtClean="0"/>
              <a:t>we </a:t>
            </a:r>
            <a:r>
              <a:rPr lang="en-US" sz="1600" dirty="0"/>
              <a:t>must import the OS module, and run its </a:t>
            </a:r>
            <a:r>
              <a:rPr lang="en-US" sz="1600" dirty="0" err="1"/>
              <a:t>os.remove</a:t>
            </a:r>
            <a:r>
              <a:rPr lang="en-US" sz="1600" dirty="0"/>
              <a:t>() </a:t>
            </a:r>
            <a:r>
              <a:rPr lang="en-US" sz="1600" dirty="0" smtClean="0"/>
              <a:t>function. The remove method of the </a:t>
            </a:r>
            <a:r>
              <a:rPr lang="en-US" sz="1600" dirty="0" err="1" smtClean="0"/>
              <a:t>os</a:t>
            </a:r>
            <a:r>
              <a:rPr lang="en-US" sz="1600" dirty="0" smtClean="0"/>
              <a:t> module will delete the file.</a:t>
            </a:r>
          </a:p>
          <a:p>
            <a:r>
              <a:rPr lang="en-US" sz="1600" dirty="0" smtClean="0"/>
              <a:t>Example: Remove </a:t>
            </a:r>
            <a:r>
              <a:rPr lang="en-US" sz="1600" dirty="0"/>
              <a:t>the file "demofile.txt":</a:t>
            </a:r>
          </a:p>
          <a:p>
            <a:r>
              <a:rPr lang="en-US" sz="1600" b="1" dirty="0"/>
              <a:t>import </a:t>
            </a:r>
            <a:r>
              <a:rPr lang="en-US" sz="1600" b="1" dirty="0" err="1"/>
              <a:t>os</a:t>
            </a:r>
            <a:r>
              <a:rPr lang="en-US" sz="1600" b="1" dirty="0"/>
              <a:t/>
            </a:r>
            <a:br>
              <a:rPr lang="en-US" sz="1600" b="1" dirty="0"/>
            </a:br>
            <a:r>
              <a:rPr lang="en-US" sz="1600" b="1" dirty="0" err="1"/>
              <a:t>os.remove</a:t>
            </a:r>
            <a:r>
              <a:rPr lang="en-US" sz="1600" b="1" dirty="0"/>
              <a:t>("demofile.txt") </a:t>
            </a:r>
            <a:endParaRPr lang="en-US" sz="1600" b="1" dirty="0"/>
          </a:p>
          <a:p>
            <a:endParaRPr lang="en-US" sz="1600" dirty="0"/>
          </a:p>
        </p:txBody>
      </p:sp>
      <p:sp>
        <p:nvSpPr>
          <p:cNvPr id="12" name="Freeform 12"/>
          <p:cNvSpPr/>
          <p:nvPr/>
        </p:nvSpPr>
        <p:spPr>
          <a:xfrm>
            <a:off x="8058490" y="2356670"/>
            <a:ext cx="2566021" cy="3879030"/>
          </a:xfrm>
          <a:custGeom>
            <a:avLst/>
            <a:gdLst/>
            <a:ahLst/>
            <a:cxnLst/>
            <a:rect l="l" t="t" r="r" b="b"/>
            <a:pathLst>
              <a:path w="689" h="1041">
                <a:moveTo>
                  <a:pt x="534" y="591"/>
                </a:moveTo>
                <a:cubicBezTo>
                  <a:pt x="537" y="590"/>
                  <a:pt x="597" y="559"/>
                  <a:pt x="667" y="589"/>
                </a:cubicBezTo>
                <a:cubicBezTo>
                  <a:pt x="667" y="589"/>
                  <a:pt x="587" y="584"/>
                  <a:pt x="509" y="634"/>
                </a:cubicBezTo>
                <a:cubicBezTo>
                  <a:pt x="493" y="644"/>
                  <a:pt x="477" y="657"/>
                  <a:pt x="462" y="672"/>
                </a:cubicBezTo>
                <a:cubicBezTo>
                  <a:pt x="442" y="692"/>
                  <a:pt x="423" y="718"/>
                  <a:pt x="407" y="750"/>
                </a:cubicBezTo>
                <a:cubicBezTo>
                  <a:pt x="401" y="762"/>
                  <a:pt x="395" y="775"/>
                  <a:pt x="390" y="788"/>
                </a:cubicBezTo>
                <a:cubicBezTo>
                  <a:pt x="390" y="788"/>
                  <a:pt x="374" y="851"/>
                  <a:pt x="381" y="961"/>
                </a:cubicBezTo>
                <a:cubicBezTo>
                  <a:pt x="381" y="961"/>
                  <a:pt x="381" y="970"/>
                  <a:pt x="383" y="983"/>
                </a:cubicBezTo>
                <a:cubicBezTo>
                  <a:pt x="383" y="983"/>
                  <a:pt x="383" y="983"/>
                  <a:pt x="383" y="983"/>
                </a:cubicBezTo>
                <a:cubicBezTo>
                  <a:pt x="387" y="1000"/>
                  <a:pt x="387" y="1026"/>
                  <a:pt x="411" y="1041"/>
                </a:cubicBezTo>
                <a:cubicBezTo>
                  <a:pt x="227" y="1041"/>
                  <a:pt x="227" y="1041"/>
                  <a:pt x="227" y="1041"/>
                </a:cubicBezTo>
                <a:cubicBezTo>
                  <a:pt x="227" y="1041"/>
                  <a:pt x="258" y="1034"/>
                  <a:pt x="266" y="968"/>
                </a:cubicBezTo>
                <a:cubicBezTo>
                  <a:pt x="266" y="968"/>
                  <a:pt x="266" y="968"/>
                  <a:pt x="266" y="968"/>
                </a:cubicBezTo>
                <a:cubicBezTo>
                  <a:pt x="267" y="935"/>
                  <a:pt x="270" y="901"/>
                  <a:pt x="274" y="866"/>
                </a:cubicBezTo>
                <a:cubicBezTo>
                  <a:pt x="289" y="744"/>
                  <a:pt x="247" y="642"/>
                  <a:pt x="196" y="596"/>
                </a:cubicBezTo>
                <a:cubicBezTo>
                  <a:pt x="192" y="592"/>
                  <a:pt x="188" y="589"/>
                  <a:pt x="184" y="586"/>
                </a:cubicBezTo>
                <a:cubicBezTo>
                  <a:pt x="134" y="551"/>
                  <a:pt x="73" y="547"/>
                  <a:pt x="19" y="496"/>
                </a:cubicBezTo>
                <a:cubicBezTo>
                  <a:pt x="13" y="489"/>
                  <a:pt x="6" y="482"/>
                  <a:pt x="0" y="473"/>
                </a:cubicBezTo>
                <a:cubicBezTo>
                  <a:pt x="1" y="474"/>
                  <a:pt x="9" y="482"/>
                  <a:pt x="23" y="490"/>
                </a:cubicBezTo>
                <a:cubicBezTo>
                  <a:pt x="23" y="490"/>
                  <a:pt x="23" y="490"/>
                  <a:pt x="23" y="490"/>
                </a:cubicBezTo>
                <a:cubicBezTo>
                  <a:pt x="37" y="499"/>
                  <a:pt x="57" y="509"/>
                  <a:pt x="82" y="516"/>
                </a:cubicBezTo>
                <a:cubicBezTo>
                  <a:pt x="103" y="522"/>
                  <a:pt x="126" y="526"/>
                  <a:pt x="154" y="527"/>
                </a:cubicBezTo>
                <a:cubicBezTo>
                  <a:pt x="154" y="527"/>
                  <a:pt x="137" y="509"/>
                  <a:pt x="120" y="479"/>
                </a:cubicBezTo>
                <a:cubicBezTo>
                  <a:pt x="114" y="470"/>
                  <a:pt x="108" y="459"/>
                  <a:pt x="103" y="447"/>
                </a:cubicBezTo>
                <a:cubicBezTo>
                  <a:pt x="94" y="429"/>
                  <a:pt x="86" y="408"/>
                  <a:pt x="81" y="386"/>
                </a:cubicBezTo>
                <a:cubicBezTo>
                  <a:pt x="77" y="372"/>
                  <a:pt x="74" y="356"/>
                  <a:pt x="73" y="340"/>
                </a:cubicBezTo>
                <a:cubicBezTo>
                  <a:pt x="72" y="332"/>
                  <a:pt x="72" y="323"/>
                  <a:pt x="72" y="314"/>
                </a:cubicBezTo>
                <a:cubicBezTo>
                  <a:pt x="73" y="303"/>
                  <a:pt x="74" y="291"/>
                  <a:pt x="76" y="280"/>
                </a:cubicBezTo>
                <a:cubicBezTo>
                  <a:pt x="76" y="280"/>
                  <a:pt x="76" y="290"/>
                  <a:pt x="79" y="305"/>
                </a:cubicBezTo>
                <a:cubicBezTo>
                  <a:pt x="80" y="311"/>
                  <a:pt x="82" y="316"/>
                  <a:pt x="83" y="323"/>
                </a:cubicBezTo>
                <a:cubicBezTo>
                  <a:pt x="89" y="346"/>
                  <a:pt x="98" y="377"/>
                  <a:pt x="115" y="406"/>
                </a:cubicBezTo>
                <a:cubicBezTo>
                  <a:pt x="120" y="416"/>
                  <a:pt x="126" y="426"/>
                  <a:pt x="133" y="435"/>
                </a:cubicBezTo>
                <a:cubicBezTo>
                  <a:pt x="139" y="442"/>
                  <a:pt x="145" y="450"/>
                  <a:pt x="151" y="458"/>
                </a:cubicBezTo>
                <a:cubicBezTo>
                  <a:pt x="151" y="458"/>
                  <a:pt x="151" y="458"/>
                  <a:pt x="151" y="458"/>
                </a:cubicBezTo>
                <a:cubicBezTo>
                  <a:pt x="153" y="460"/>
                  <a:pt x="155" y="462"/>
                  <a:pt x="157" y="465"/>
                </a:cubicBezTo>
                <a:cubicBezTo>
                  <a:pt x="171" y="482"/>
                  <a:pt x="187" y="500"/>
                  <a:pt x="203" y="518"/>
                </a:cubicBezTo>
                <a:cubicBezTo>
                  <a:pt x="203" y="518"/>
                  <a:pt x="203" y="518"/>
                  <a:pt x="203" y="518"/>
                </a:cubicBezTo>
                <a:cubicBezTo>
                  <a:pt x="216" y="534"/>
                  <a:pt x="230" y="550"/>
                  <a:pt x="243" y="567"/>
                </a:cubicBezTo>
                <a:cubicBezTo>
                  <a:pt x="270" y="601"/>
                  <a:pt x="293" y="637"/>
                  <a:pt x="303" y="671"/>
                </a:cubicBezTo>
                <a:cubicBezTo>
                  <a:pt x="303" y="671"/>
                  <a:pt x="317" y="642"/>
                  <a:pt x="332" y="594"/>
                </a:cubicBezTo>
                <a:cubicBezTo>
                  <a:pt x="333" y="593"/>
                  <a:pt x="333" y="593"/>
                  <a:pt x="333" y="592"/>
                </a:cubicBezTo>
                <a:cubicBezTo>
                  <a:pt x="342" y="565"/>
                  <a:pt x="351" y="532"/>
                  <a:pt x="359" y="494"/>
                </a:cubicBezTo>
                <a:cubicBezTo>
                  <a:pt x="359" y="491"/>
                  <a:pt x="360" y="489"/>
                  <a:pt x="360" y="486"/>
                </a:cubicBezTo>
                <a:cubicBezTo>
                  <a:pt x="361" y="484"/>
                  <a:pt x="361" y="482"/>
                  <a:pt x="361" y="481"/>
                </a:cubicBezTo>
                <a:cubicBezTo>
                  <a:pt x="364" y="468"/>
                  <a:pt x="366" y="454"/>
                  <a:pt x="368" y="440"/>
                </a:cubicBezTo>
                <a:cubicBezTo>
                  <a:pt x="369" y="436"/>
                  <a:pt x="369" y="431"/>
                  <a:pt x="370" y="427"/>
                </a:cubicBezTo>
                <a:cubicBezTo>
                  <a:pt x="373" y="400"/>
                  <a:pt x="375" y="371"/>
                  <a:pt x="376" y="342"/>
                </a:cubicBezTo>
                <a:cubicBezTo>
                  <a:pt x="376" y="337"/>
                  <a:pt x="376" y="332"/>
                  <a:pt x="376" y="327"/>
                </a:cubicBezTo>
                <a:cubicBezTo>
                  <a:pt x="376" y="314"/>
                  <a:pt x="376" y="301"/>
                  <a:pt x="375" y="288"/>
                </a:cubicBezTo>
                <a:cubicBezTo>
                  <a:pt x="375" y="287"/>
                  <a:pt x="375" y="287"/>
                  <a:pt x="375" y="287"/>
                </a:cubicBezTo>
                <a:cubicBezTo>
                  <a:pt x="375" y="281"/>
                  <a:pt x="374" y="276"/>
                  <a:pt x="374" y="270"/>
                </a:cubicBezTo>
                <a:cubicBezTo>
                  <a:pt x="374" y="270"/>
                  <a:pt x="374" y="270"/>
                  <a:pt x="374" y="270"/>
                </a:cubicBezTo>
                <a:cubicBezTo>
                  <a:pt x="374" y="265"/>
                  <a:pt x="373" y="261"/>
                  <a:pt x="373" y="257"/>
                </a:cubicBezTo>
                <a:cubicBezTo>
                  <a:pt x="372" y="243"/>
                  <a:pt x="370" y="229"/>
                  <a:pt x="368" y="215"/>
                </a:cubicBezTo>
                <a:cubicBezTo>
                  <a:pt x="367" y="207"/>
                  <a:pt x="365" y="199"/>
                  <a:pt x="364" y="191"/>
                </a:cubicBezTo>
                <a:cubicBezTo>
                  <a:pt x="363" y="190"/>
                  <a:pt x="363" y="189"/>
                  <a:pt x="363" y="188"/>
                </a:cubicBezTo>
                <a:cubicBezTo>
                  <a:pt x="363" y="188"/>
                  <a:pt x="363" y="188"/>
                  <a:pt x="363" y="188"/>
                </a:cubicBezTo>
                <a:cubicBezTo>
                  <a:pt x="362" y="181"/>
                  <a:pt x="360" y="173"/>
                  <a:pt x="358" y="165"/>
                </a:cubicBezTo>
                <a:cubicBezTo>
                  <a:pt x="352" y="139"/>
                  <a:pt x="344" y="113"/>
                  <a:pt x="334" y="86"/>
                </a:cubicBezTo>
                <a:cubicBezTo>
                  <a:pt x="332" y="80"/>
                  <a:pt x="330" y="74"/>
                  <a:pt x="327" y="67"/>
                </a:cubicBezTo>
                <a:cubicBezTo>
                  <a:pt x="323" y="57"/>
                  <a:pt x="319" y="48"/>
                  <a:pt x="314" y="38"/>
                </a:cubicBezTo>
                <a:cubicBezTo>
                  <a:pt x="308" y="25"/>
                  <a:pt x="302" y="12"/>
                  <a:pt x="295" y="0"/>
                </a:cubicBezTo>
                <a:cubicBezTo>
                  <a:pt x="296" y="1"/>
                  <a:pt x="310" y="14"/>
                  <a:pt x="328" y="39"/>
                </a:cubicBezTo>
                <a:cubicBezTo>
                  <a:pt x="334" y="47"/>
                  <a:pt x="340" y="56"/>
                  <a:pt x="346" y="66"/>
                </a:cubicBezTo>
                <a:cubicBezTo>
                  <a:pt x="346" y="66"/>
                  <a:pt x="346" y="66"/>
                  <a:pt x="346" y="66"/>
                </a:cubicBezTo>
                <a:cubicBezTo>
                  <a:pt x="359" y="87"/>
                  <a:pt x="373" y="114"/>
                  <a:pt x="386" y="146"/>
                </a:cubicBezTo>
                <a:cubicBezTo>
                  <a:pt x="392" y="163"/>
                  <a:pt x="398" y="181"/>
                  <a:pt x="404" y="201"/>
                </a:cubicBezTo>
                <a:cubicBezTo>
                  <a:pt x="406" y="210"/>
                  <a:pt x="408" y="218"/>
                  <a:pt x="410" y="228"/>
                </a:cubicBezTo>
                <a:cubicBezTo>
                  <a:pt x="410" y="228"/>
                  <a:pt x="410" y="228"/>
                  <a:pt x="410" y="228"/>
                </a:cubicBezTo>
                <a:cubicBezTo>
                  <a:pt x="412" y="238"/>
                  <a:pt x="414" y="248"/>
                  <a:pt x="416" y="259"/>
                </a:cubicBezTo>
                <a:cubicBezTo>
                  <a:pt x="420" y="281"/>
                  <a:pt x="423" y="305"/>
                  <a:pt x="424" y="331"/>
                </a:cubicBezTo>
                <a:cubicBezTo>
                  <a:pt x="424" y="340"/>
                  <a:pt x="425" y="350"/>
                  <a:pt x="425" y="361"/>
                </a:cubicBezTo>
                <a:cubicBezTo>
                  <a:pt x="425" y="370"/>
                  <a:pt x="425" y="379"/>
                  <a:pt x="425" y="389"/>
                </a:cubicBezTo>
                <a:cubicBezTo>
                  <a:pt x="425" y="389"/>
                  <a:pt x="429" y="381"/>
                  <a:pt x="437" y="370"/>
                </a:cubicBezTo>
                <a:cubicBezTo>
                  <a:pt x="442" y="362"/>
                  <a:pt x="449" y="353"/>
                  <a:pt x="457" y="344"/>
                </a:cubicBezTo>
                <a:cubicBezTo>
                  <a:pt x="467" y="331"/>
                  <a:pt x="478" y="317"/>
                  <a:pt x="491" y="306"/>
                </a:cubicBezTo>
                <a:cubicBezTo>
                  <a:pt x="495" y="302"/>
                  <a:pt x="501" y="297"/>
                  <a:pt x="506" y="291"/>
                </a:cubicBezTo>
                <a:cubicBezTo>
                  <a:pt x="511" y="286"/>
                  <a:pt x="515" y="281"/>
                  <a:pt x="520" y="275"/>
                </a:cubicBezTo>
                <a:cubicBezTo>
                  <a:pt x="528" y="265"/>
                  <a:pt x="537" y="253"/>
                  <a:pt x="546" y="239"/>
                </a:cubicBezTo>
                <a:cubicBezTo>
                  <a:pt x="546" y="239"/>
                  <a:pt x="546" y="239"/>
                  <a:pt x="546" y="239"/>
                </a:cubicBezTo>
                <a:cubicBezTo>
                  <a:pt x="551" y="231"/>
                  <a:pt x="556" y="222"/>
                  <a:pt x="561" y="213"/>
                </a:cubicBezTo>
                <a:cubicBezTo>
                  <a:pt x="575" y="186"/>
                  <a:pt x="588" y="153"/>
                  <a:pt x="599" y="113"/>
                </a:cubicBezTo>
                <a:cubicBezTo>
                  <a:pt x="602" y="101"/>
                  <a:pt x="605" y="88"/>
                  <a:pt x="608" y="74"/>
                </a:cubicBezTo>
                <a:cubicBezTo>
                  <a:pt x="608" y="74"/>
                  <a:pt x="611" y="91"/>
                  <a:pt x="608" y="120"/>
                </a:cubicBezTo>
                <a:cubicBezTo>
                  <a:pt x="608" y="123"/>
                  <a:pt x="607" y="127"/>
                  <a:pt x="607" y="131"/>
                </a:cubicBezTo>
                <a:cubicBezTo>
                  <a:pt x="607" y="131"/>
                  <a:pt x="607" y="131"/>
                  <a:pt x="607" y="131"/>
                </a:cubicBezTo>
                <a:cubicBezTo>
                  <a:pt x="606" y="137"/>
                  <a:pt x="605" y="143"/>
                  <a:pt x="604" y="150"/>
                </a:cubicBezTo>
                <a:cubicBezTo>
                  <a:pt x="600" y="174"/>
                  <a:pt x="592" y="203"/>
                  <a:pt x="578" y="235"/>
                </a:cubicBezTo>
                <a:cubicBezTo>
                  <a:pt x="574" y="244"/>
                  <a:pt x="570" y="253"/>
                  <a:pt x="566" y="262"/>
                </a:cubicBezTo>
                <a:cubicBezTo>
                  <a:pt x="563" y="268"/>
                  <a:pt x="560" y="274"/>
                  <a:pt x="556" y="280"/>
                </a:cubicBezTo>
                <a:cubicBezTo>
                  <a:pt x="553" y="286"/>
                  <a:pt x="550" y="291"/>
                  <a:pt x="547" y="297"/>
                </a:cubicBezTo>
                <a:cubicBezTo>
                  <a:pt x="544" y="302"/>
                  <a:pt x="541" y="306"/>
                  <a:pt x="538" y="311"/>
                </a:cubicBezTo>
                <a:cubicBezTo>
                  <a:pt x="521" y="337"/>
                  <a:pt x="508" y="359"/>
                  <a:pt x="496" y="376"/>
                </a:cubicBezTo>
                <a:cubicBezTo>
                  <a:pt x="493" y="379"/>
                  <a:pt x="491" y="383"/>
                  <a:pt x="489" y="386"/>
                </a:cubicBezTo>
                <a:cubicBezTo>
                  <a:pt x="448" y="446"/>
                  <a:pt x="439" y="449"/>
                  <a:pt x="427" y="479"/>
                </a:cubicBezTo>
                <a:cubicBezTo>
                  <a:pt x="427" y="479"/>
                  <a:pt x="426" y="483"/>
                  <a:pt x="425" y="489"/>
                </a:cubicBezTo>
                <a:cubicBezTo>
                  <a:pt x="425" y="492"/>
                  <a:pt x="424" y="497"/>
                  <a:pt x="423" y="501"/>
                </a:cubicBezTo>
                <a:cubicBezTo>
                  <a:pt x="419" y="526"/>
                  <a:pt x="411" y="568"/>
                  <a:pt x="406" y="605"/>
                </a:cubicBezTo>
                <a:cubicBezTo>
                  <a:pt x="401" y="635"/>
                  <a:pt x="397" y="663"/>
                  <a:pt x="396" y="677"/>
                </a:cubicBezTo>
                <a:cubicBezTo>
                  <a:pt x="396" y="677"/>
                  <a:pt x="444" y="624"/>
                  <a:pt x="496" y="584"/>
                </a:cubicBezTo>
                <a:cubicBezTo>
                  <a:pt x="502" y="579"/>
                  <a:pt x="509" y="574"/>
                  <a:pt x="515" y="570"/>
                </a:cubicBezTo>
                <a:cubicBezTo>
                  <a:pt x="545" y="548"/>
                  <a:pt x="581" y="519"/>
                  <a:pt x="614" y="485"/>
                </a:cubicBezTo>
                <a:cubicBezTo>
                  <a:pt x="615" y="485"/>
                  <a:pt x="615" y="484"/>
                  <a:pt x="616" y="483"/>
                </a:cubicBezTo>
                <a:cubicBezTo>
                  <a:pt x="644" y="454"/>
                  <a:pt x="669" y="422"/>
                  <a:pt x="685" y="390"/>
                </a:cubicBezTo>
                <a:cubicBezTo>
                  <a:pt x="686" y="387"/>
                  <a:pt x="688" y="385"/>
                  <a:pt x="689" y="383"/>
                </a:cubicBezTo>
                <a:cubicBezTo>
                  <a:pt x="689" y="383"/>
                  <a:pt x="688" y="386"/>
                  <a:pt x="686" y="390"/>
                </a:cubicBezTo>
                <a:cubicBezTo>
                  <a:pt x="681" y="406"/>
                  <a:pt x="665" y="444"/>
                  <a:pt x="632" y="490"/>
                </a:cubicBezTo>
                <a:cubicBezTo>
                  <a:pt x="631" y="490"/>
                  <a:pt x="631" y="491"/>
                  <a:pt x="630" y="492"/>
                </a:cubicBezTo>
                <a:cubicBezTo>
                  <a:pt x="607" y="523"/>
                  <a:pt x="576" y="558"/>
                  <a:pt x="534" y="591"/>
                </a:cubicBezTo>
                <a:close/>
              </a:path>
            </a:pathLst>
          </a:custGeom>
          <a:solidFill>
            <a:srgbClr val="FFC529"/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3" name="Freeform 13"/>
          <p:cNvSpPr/>
          <p:nvPr/>
        </p:nvSpPr>
        <p:spPr>
          <a:xfrm>
            <a:off x="8208481" y="3288929"/>
            <a:ext cx="1218399" cy="1220707"/>
          </a:xfrm>
          <a:custGeom>
            <a:avLst/>
            <a:gdLst/>
            <a:ahLst/>
            <a:cxnLst/>
            <a:rect l="l" t="t" r="r" b="b"/>
            <a:pathLst>
              <a:path w="327" h="328">
                <a:moveTo>
                  <a:pt x="323" y="198"/>
                </a:moveTo>
                <a:cubicBezTo>
                  <a:pt x="321" y="209"/>
                  <a:pt x="317" y="219"/>
                  <a:pt x="313" y="229"/>
                </a:cubicBezTo>
                <a:cubicBezTo>
                  <a:pt x="312" y="231"/>
                  <a:pt x="311" y="233"/>
                  <a:pt x="310" y="235"/>
                </a:cubicBezTo>
                <a:cubicBezTo>
                  <a:pt x="295" y="266"/>
                  <a:pt x="270" y="291"/>
                  <a:pt x="240" y="307"/>
                </a:cubicBezTo>
                <a:cubicBezTo>
                  <a:pt x="228" y="313"/>
                  <a:pt x="216" y="318"/>
                  <a:pt x="203" y="321"/>
                </a:cubicBezTo>
                <a:cubicBezTo>
                  <a:pt x="193" y="323"/>
                  <a:pt x="183" y="325"/>
                  <a:pt x="173" y="325"/>
                </a:cubicBezTo>
                <a:cubicBezTo>
                  <a:pt x="121" y="328"/>
                  <a:pt x="74" y="306"/>
                  <a:pt x="42" y="270"/>
                </a:cubicBezTo>
                <a:cubicBezTo>
                  <a:pt x="31" y="257"/>
                  <a:pt x="22" y="243"/>
                  <a:pt x="15" y="227"/>
                </a:cubicBezTo>
                <a:cubicBezTo>
                  <a:pt x="8" y="210"/>
                  <a:pt x="3" y="191"/>
                  <a:pt x="2" y="171"/>
                </a:cubicBezTo>
                <a:cubicBezTo>
                  <a:pt x="0" y="133"/>
                  <a:pt x="12" y="97"/>
                  <a:pt x="32" y="68"/>
                </a:cubicBezTo>
                <a:cubicBezTo>
                  <a:pt x="35" y="65"/>
                  <a:pt x="37" y="62"/>
                  <a:pt x="39" y="59"/>
                </a:cubicBezTo>
                <a:cubicBezTo>
                  <a:pt x="55" y="40"/>
                  <a:pt x="76" y="24"/>
                  <a:pt x="99" y="14"/>
                </a:cubicBezTo>
                <a:cubicBezTo>
                  <a:pt x="109" y="10"/>
                  <a:pt x="120" y="6"/>
                  <a:pt x="132" y="4"/>
                </a:cubicBezTo>
                <a:cubicBezTo>
                  <a:pt x="139" y="2"/>
                  <a:pt x="147" y="1"/>
                  <a:pt x="155" y="1"/>
                </a:cubicBezTo>
                <a:cubicBezTo>
                  <a:pt x="155" y="1"/>
                  <a:pt x="155" y="1"/>
                  <a:pt x="155" y="1"/>
                </a:cubicBezTo>
                <a:cubicBezTo>
                  <a:pt x="155" y="1"/>
                  <a:pt x="156" y="1"/>
                  <a:pt x="156" y="1"/>
                </a:cubicBezTo>
                <a:cubicBezTo>
                  <a:pt x="165" y="0"/>
                  <a:pt x="173" y="0"/>
                  <a:pt x="182" y="1"/>
                </a:cubicBezTo>
                <a:cubicBezTo>
                  <a:pt x="182" y="1"/>
                  <a:pt x="182" y="1"/>
                  <a:pt x="182" y="1"/>
                </a:cubicBezTo>
                <a:cubicBezTo>
                  <a:pt x="206" y="4"/>
                  <a:pt x="228" y="12"/>
                  <a:pt x="248" y="24"/>
                </a:cubicBezTo>
                <a:cubicBezTo>
                  <a:pt x="253" y="27"/>
                  <a:pt x="259" y="30"/>
                  <a:pt x="264" y="34"/>
                </a:cubicBezTo>
                <a:cubicBezTo>
                  <a:pt x="277" y="45"/>
                  <a:pt x="290" y="58"/>
                  <a:pt x="299" y="72"/>
                </a:cubicBezTo>
                <a:cubicBezTo>
                  <a:pt x="299" y="73"/>
                  <a:pt x="299" y="73"/>
                  <a:pt x="299" y="73"/>
                </a:cubicBezTo>
                <a:cubicBezTo>
                  <a:pt x="302" y="77"/>
                  <a:pt x="305" y="82"/>
                  <a:pt x="308" y="86"/>
                </a:cubicBezTo>
                <a:cubicBezTo>
                  <a:pt x="319" y="107"/>
                  <a:pt x="325" y="130"/>
                  <a:pt x="327" y="155"/>
                </a:cubicBezTo>
                <a:cubicBezTo>
                  <a:pt x="327" y="170"/>
                  <a:pt x="326" y="184"/>
                  <a:pt x="323" y="198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4" name="Freeform 14"/>
          <p:cNvSpPr/>
          <p:nvPr/>
        </p:nvSpPr>
        <p:spPr>
          <a:xfrm>
            <a:off x="7735429" y="2682036"/>
            <a:ext cx="535357" cy="535357"/>
          </a:xfrm>
          <a:custGeom>
            <a:avLst/>
            <a:gdLst/>
            <a:ahLst/>
            <a:cxnLst/>
            <a:rect l="l" t="t" r="r" b="b"/>
            <a:pathLst>
              <a:path w="144" h="144">
                <a:moveTo>
                  <a:pt x="142" y="69"/>
                </a:moveTo>
                <a:cubicBezTo>
                  <a:pt x="144" y="107"/>
                  <a:pt x="114" y="140"/>
                  <a:pt x="76" y="142"/>
                </a:cubicBezTo>
                <a:cubicBezTo>
                  <a:pt x="37" y="144"/>
                  <a:pt x="4" y="114"/>
                  <a:pt x="2" y="76"/>
                </a:cubicBezTo>
                <a:cubicBezTo>
                  <a:pt x="0" y="37"/>
                  <a:pt x="30" y="4"/>
                  <a:pt x="69" y="2"/>
                </a:cubicBezTo>
                <a:cubicBezTo>
                  <a:pt x="107" y="0"/>
                  <a:pt x="140" y="30"/>
                  <a:pt x="142" y="69"/>
                </a:cubicBezTo>
                <a:close/>
              </a:path>
            </a:pathLst>
          </a:custGeom>
          <a:solidFill>
            <a:schemeClr val="accent1">
              <a:alpha val="30000"/>
            </a:schemeClr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5" name="Freeform 15"/>
          <p:cNvSpPr/>
          <p:nvPr/>
        </p:nvSpPr>
        <p:spPr>
          <a:xfrm>
            <a:off x="10377600" y="3325850"/>
            <a:ext cx="537665" cy="535357"/>
          </a:xfrm>
          <a:custGeom>
            <a:avLst/>
            <a:gdLst/>
            <a:ahLst/>
            <a:cxnLst/>
            <a:rect l="l" t="t" r="r" b="b"/>
            <a:pathLst>
              <a:path w="144" h="144">
                <a:moveTo>
                  <a:pt x="142" y="69"/>
                </a:moveTo>
                <a:cubicBezTo>
                  <a:pt x="144" y="108"/>
                  <a:pt x="114" y="141"/>
                  <a:pt x="75" y="142"/>
                </a:cubicBezTo>
                <a:cubicBezTo>
                  <a:pt x="36" y="144"/>
                  <a:pt x="3" y="115"/>
                  <a:pt x="1" y="76"/>
                </a:cubicBezTo>
                <a:cubicBezTo>
                  <a:pt x="0" y="37"/>
                  <a:pt x="29" y="4"/>
                  <a:pt x="68" y="2"/>
                </a:cubicBezTo>
                <a:cubicBezTo>
                  <a:pt x="107" y="0"/>
                  <a:pt x="140" y="30"/>
                  <a:pt x="142" y="69"/>
                </a:cubicBezTo>
                <a:close/>
              </a:path>
            </a:pathLst>
          </a:custGeom>
          <a:solidFill>
            <a:schemeClr val="accent1">
              <a:alpha val="30000"/>
            </a:schemeClr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6" name="Freeform 16"/>
          <p:cNvSpPr/>
          <p:nvPr/>
        </p:nvSpPr>
        <p:spPr>
          <a:xfrm>
            <a:off x="8990749" y="3575068"/>
            <a:ext cx="539972" cy="537665"/>
          </a:xfrm>
          <a:custGeom>
            <a:avLst/>
            <a:gdLst/>
            <a:ahLst/>
            <a:cxnLst/>
            <a:rect l="l" t="t" r="r" b="b"/>
            <a:pathLst>
              <a:path w="145" h="144">
                <a:moveTo>
                  <a:pt x="143" y="68"/>
                </a:moveTo>
                <a:cubicBezTo>
                  <a:pt x="145" y="107"/>
                  <a:pt x="115" y="140"/>
                  <a:pt x="76" y="142"/>
                </a:cubicBezTo>
                <a:cubicBezTo>
                  <a:pt x="37" y="144"/>
                  <a:pt x="4" y="114"/>
                  <a:pt x="2" y="75"/>
                </a:cubicBezTo>
                <a:cubicBezTo>
                  <a:pt x="0" y="36"/>
                  <a:pt x="30" y="3"/>
                  <a:pt x="69" y="2"/>
                </a:cubicBezTo>
                <a:cubicBezTo>
                  <a:pt x="108" y="0"/>
                  <a:pt x="141" y="29"/>
                  <a:pt x="143" y="68"/>
                </a:cubicBezTo>
                <a:close/>
              </a:path>
            </a:pathLst>
          </a:custGeom>
          <a:solidFill>
            <a:schemeClr val="accent1">
              <a:alpha val="30000"/>
            </a:schemeClr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7" name="Freeform 17"/>
          <p:cNvSpPr/>
          <p:nvPr/>
        </p:nvSpPr>
        <p:spPr>
          <a:xfrm>
            <a:off x="9011516" y="2017455"/>
            <a:ext cx="537665" cy="537665"/>
          </a:xfrm>
          <a:custGeom>
            <a:avLst/>
            <a:gdLst/>
            <a:ahLst/>
            <a:cxnLst/>
            <a:rect l="l" t="t" r="r" b="b"/>
            <a:pathLst>
              <a:path w="144" h="144">
                <a:moveTo>
                  <a:pt x="143" y="68"/>
                </a:moveTo>
                <a:cubicBezTo>
                  <a:pt x="144" y="107"/>
                  <a:pt x="115" y="140"/>
                  <a:pt x="76" y="142"/>
                </a:cubicBezTo>
                <a:cubicBezTo>
                  <a:pt x="37" y="144"/>
                  <a:pt x="4" y="114"/>
                  <a:pt x="2" y="75"/>
                </a:cubicBezTo>
                <a:cubicBezTo>
                  <a:pt x="0" y="37"/>
                  <a:pt x="30" y="4"/>
                  <a:pt x="69" y="2"/>
                </a:cubicBezTo>
                <a:cubicBezTo>
                  <a:pt x="108" y="0"/>
                  <a:pt x="141" y="30"/>
                  <a:pt x="143" y="68"/>
                </a:cubicBezTo>
                <a:close/>
              </a:path>
            </a:pathLst>
          </a:custGeom>
          <a:solidFill>
            <a:schemeClr val="accent1">
              <a:alpha val="30000"/>
            </a:schemeClr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8" name="Freeform 18"/>
          <p:cNvSpPr/>
          <p:nvPr/>
        </p:nvSpPr>
        <p:spPr>
          <a:xfrm>
            <a:off x="10389138" y="1775161"/>
            <a:ext cx="200760" cy="203066"/>
          </a:xfrm>
          <a:custGeom>
            <a:avLst/>
            <a:gdLst/>
            <a:ahLst/>
            <a:cxnLst/>
            <a:rect l="l" t="t" r="r" b="b"/>
            <a:pathLst>
              <a:path w="54" h="54">
                <a:moveTo>
                  <a:pt x="53" y="25"/>
                </a:moveTo>
                <a:cubicBezTo>
                  <a:pt x="54" y="40"/>
                  <a:pt x="43" y="52"/>
                  <a:pt x="28" y="53"/>
                </a:cubicBezTo>
                <a:cubicBezTo>
                  <a:pt x="14" y="54"/>
                  <a:pt x="2" y="42"/>
                  <a:pt x="1" y="28"/>
                </a:cubicBezTo>
                <a:cubicBezTo>
                  <a:pt x="0" y="14"/>
                  <a:pt x="11" y="1"/>
                  <a:pt x="26" y="1"/>
                </a:cubicBezTo>
                <a:cubicBezTo>
                  <a:pt x="40" y="0"/>
                  <a:pt x="52" y="11"/>
                  <a:pt x="53" y="25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 fontScale="47500" lnSpcReduction="20000"/>
          </a:bodyPr>
          <a:lstStyle/>
          <a:p>
            <a:pPr marL="0" algn="ctr"/>
            <a:endParaRPr/>
          </a:p>
        </p:txBody>
      </p:sp>
      <p:sp>
        <p:nvSpPr>
          <p:cNvPr id="19" name="Freeform 19"/>
          <p:cNvSpPr/>
          <p:nvPr/>
        </p:nvSpPr>
        <p:spPr>
          <a:xfrm>
            <a:off x="10594512" y="2151295"/>
            <a:ext cx="55382" cy="57690"/>
          </a:xfrm>
          <a:custGeom>
            <a:avLst/>
            <a:gdLst/>
            <a:ahLst/>
            <a:cxnLst/>
            <a:rect l="l" t="t" r="r" b="b"/>
            <a:pathLst>
              <a:path w="15" h="15">
                <a:moveTo>
                  <a:pt x="15" y="7"/>
                </a:moveTo>
                <a:cubicBezTo>
                  <a:pt x="15" y="11"/>
                  <a:pt x="12" y="15"/>
                  <a:pt x="8" y="15"/>
                </a:cubicBezTo>
                <a:cubicBezTo>
                  <a:pt x="4" y="15"/>
                  <a:pt x="1" y="12"/>
                  <a:pt x="1" y="8"/>
                </a:cubicBezTo>
                <a:cubicBezTo>
                  <a:pt x="0" y="4"/>
                  <a:pt x="4" y="1"/>
                  <a:pt x="8" y="0"/>
                </a:cubicBezTo>
                <a:cubicBezTo>
                  <a:pt x="12" y="0"/>
                  <a:pt x="15" y="3"/>
                  <a:pt x="15" y="7"/>
                </a:cubicBezTo>
                <a:close/>
              </a:path>
            </a:pathLst>
          </a:custGeom>
          <a:solidFill>
            <a:schemeClr val="accent1">
              <a:alpha val="30000"/>
            </a:schemeClr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20" name="Freeform 20"/>
          <p:cNvSpPr/>
          <p:nvPr/>
        </p:nvSpPr>
        <p:spPr>
          <a:xfrm>
            <a:off x="8238505" y="2642807"/>
            <a:ext cx="55382" cy="57690"/>
          </a:xfrm>
          <a:custGeom>
            <a:avLst/>
            <a:gdLst/>
            <a:ahLst/>
            <a:cxnLst/>
            <a:rect l="l" t="t" r="r" b="b"/>
            <a:pathLst>
              <a:path w="15" h="15">
                <a:moveTo>
                  <a:pt x="14" y="7"/>
                </a:moveTo>
                <a:cubicBezTo>
                  <a:pt x="15" y="11"/>
                  <a:pt x="12" y="14"/>
                  <a:pt x="8" y="14"/>
                </a:cubicBezTo>
                <a:cubicBezTo>
                  <a:pt x="3" y="15"/>
                  <a:pt x="0" y="12"/>
                  <a:pt x="0" y="8"/>
                </a:cubicBezTo>
                <a:cubicBezTo>
                  <a:pt x="0" y="4"/>
                  <a:pt x="3" y="0"/>
                  <a:pt x="7" y="0"/>
                </a:cubicBezTo>
                <a:cubicBezTo>
                  <a:pt x="11" y="0"/>
                  <a:pt x="14" y="3"/>
                  <a:pt x="14" y="7"/>
                </a:cubicBezTo>
                <a:close/>
              </a:path>
            </a:pathLst>
          </a:custGeom>
          <a:solidFill>
            <a:schemeClr val="accent1">
              <a:alpha val="60000"/>
            </a:schemeClr>
          </a:solidFill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21" name="Freeform 21"/>
          <p:cNvSpPr/>
          <p:nvPr/>
        </p:nvSpPr>
        <p:spPr>
          <a:xfrm>
            <a:off x="8508493" y="2518197"/>
            <a:ext cx="916111" cy="918413"/>
          </a:xfrm>
          <a:custGeom>
            <a:avLst/>
            <a:gdLst/>
            <a:ahLst/>
            <a:cxnLst/>
            <a:rect l="l" t="t" r="r" b="b"/>
            <a:pathLst>
              <a:path w="246" h="247">
                <a:moveTo>
                  <a:pt x="243" y="118"/>
                </a:moveTo>
                <a:cubicBezTo>
                  <a:pt x="246" y="184"/>
                  <a:pt x="195" y="240"/>
                  <a:pt x="129" y="243"/>
                </a:cubicBezTo>
                <a:cubicBezTo>
                  <a:pt x="63" y="247"/>
                  <a:pt x="7" y="196"/>
                  <a:pt x="3" y="130"/>
                </a:cubicBezTo>
                <a:cubicBezTo>
                  <a:pt x="0" y="63"/>
                  <a:pt x="51" y="7"/>
                  <a:pt x="117" y="4"/>
                </a:cubicBezTo>
                <a:cubicBezTo>
                  <a:pt x="183" y="0"/>
                  <a:pt x="240" y="51"/>
                  <a:pt x="243" y="118"/>
                </a:cubicBezTo>
                <a:close/>
              </a:path>
            </a:pathLst>
          </a:custGeom>
          <a:solidFill>
            <a:schemeClr val="accent1">
              <a:alpha val="60000"/>
            </a:schemeClr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22" name="Freeform 22"/>
          <p:cNvSpPr/>
          <p:nvPr/>
        </p:nvSpPr>
        <p:spPr>
          <a:xfrm>
            <a:off x="9491523" y="3076628"/>
            <a:ext cx="768426" cy="766113"/>
          </a:xfrm>
          <a:custGeom>
            <a:avLst/>
            <a:gdLst/>
            <a:ahLst/>
            <a:cxnLst/>
            <a:rect l="l" t="t" r="r" b="b"/>
            <a:pathLst>
              <a:path w="206" h="206">
                <a:moveTo>
                  <a:pt x="204" y="98"/>
                </a:moveTo>
                <a:cubicBezTo>
                  <a:pt x="206" y="153"/>
                  <a:pt x="164" y="200"/>
                  <a:pt x="108" y="203"/>
                </a:cubicBezTo>
                <a:cubicBezTo>
                  <a:pt x="53" y="206"/>
                  <a:pt x="6" y="163"/>
                  <a:pt x="3" y="108"/>
                </a:cubicBezTo>
                <a:cubicBezTo>
                  <a:pt x="0" y="52"/>
                  <a:pt x="43" y="5"/>
                  <a:pt x="98" y="3"/>
                </a:cubicBezTo>
                <a:cubicBezTo>
                  <a:pt x="154" y="0"/>
                  <a:pt x="201" y="42"/>
                  <a:pt x="204" y="98"/>
                </a:cubicBezTo>
                <a:close/>
              </a:path>
            </a:pathLst>
          </a:custGeom>
          <a:solidFill>
            <a:schemeClr val="accent1">
              <a:alpha val="60000"/>
            </a:schemeClr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23" name="Freeform 23"/>
          <p:cNvSpPr/>
          <p:nvPr/>
        </p:nvSpPr>
        <p:spPr>
          <a:xfrm>
            <a:off x="9286119" y="1800544"/>
            <a:ext cx="745346" cy="740732"/>
          </a:xfrm>
          <a:custGeom>
            <a:avLst/>
            <a:gdLst/>
            <a:ahLst/>
            <a:cxnLst/>
            <a:rect l="l" t="t" r="r" b="b"/>
            <a:pathLst>
              <a:path w="200" h="199">
                <a:moveTo>
                  <a:pt x="197" y="95"/>
                </a:moveTo>
                <a:cubicBezTo>
                  <a:pt x="200" y="148"/>
                  <a:pt x="158" y="194"/>
                  <a:pt x="105" y="197"/>
                </a:cubicBezTo>
                <a:cubicBezTo>
                  <a:pt x="51" y="199"/>
                  <a:pt x="6" y="158"/>
                  <a:pt x="3" y="105"/>
                </a:cubicBezTo>
                <a:cubicBezTo>
                  <a:pt x="0" y="51"/>
                  <a:pt x="42" y="5"/>
                  <a:pt x="95" y="3"/>
                </a:cubicBezTo>
                <a:cubicBezTo>
                  <a:pt x="149" y="0"/>
                  <a:pt x="194" y="41"/>
                  <a:pt x="197" y="95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24" name="Freeform 24"/>
          <p:cNvSpPr/>
          <p:nvPr/>
        </p:nvSpPr>
        <p:spPr>
          <a:xfrm>
            <a:off x="10220685" y="2268982"/>
            <a:ext cx="256141" cy="258448"/>
          </a:xfrm>
          <a:custGeom>
            <a:avLst/>
            <a:gdLst/>
            <a:ahLst/>
            <a:cxnLst/>
            <a:rect l="l" t="t" r="r" b="b"/>
            <a:pathLst>
              <a:path w="69" h="69">
                <a:moveTo>
                  <a:pt x="68" y="33"/>
                </a:moveTo>
                <a:cubicBezTo>
                  <a:pt x="69" y="52"/>
                  <a:pt x="54" y="67"/>
                  <a:pt x="36" y="68"/>
                </a:cubicBezTo>
                <a:cubicBezTo>
                  <a:pt x="17" y="69"/>
                  <a:pt x="1" y="55"/>
                  <a:pt x="0" y="36"/>
                </a:cubicBezTo>
                <a:cubicBezTo>
                  <a:pt x="0" y="18"/>
                  <a:pt x="14" y="2"/>
                  <a:pt x="32" y="1"/>
                </a:cubicBezTo>
                <a:cubicBezTo>
                  <a:pt x="51" y="0"/>
                  <a:pt x="67" y="14"/>
                  <a:pt x="68" y="33"/>
                </a:cubicBez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 fontScale="70000" lnSpcReduction="20000"/>
          </a:bodyPr>
          <a:lstStyle/>
          <a:p>
            <a:pPr marL="0" algn="ctr"/>
            <a:endParaRPr/>
          </a:p>
        </p:txBody>
      </p:sp>
      <p:sp>
        <p:nvSpPr>
          <p:cNvPr id="25" name="Freeform 25"/>
          <p:cNvSpPr/>
          <p:nvPr/>
        </p:nvSpPr>
        <p:spPr>
          <a:xfrm>
            <a:off x="7940803" y="1975919"/>
            <a:ext cx="235373" cy="237681"/>
          </a:xfrm>
          <a:custGeom>
            <a:avLst/>
            <a:gdLst/>
            <a:ahLst/>
            <a:cxnLst/>
            <a:rect l="l" t="t" r="r" b="b"/>
            <a:pathLst>
              <a:path w="63" h="64">
                <a:moveTo>
                  <a:pt x="62" y="30"/>
                </a:moveTo>
                <a:cubicBezTo>
                  <a:pt x="63" y="47"/>
                  <a:pt x="50" y="62"/>
                  <a:pt x="33" y="63"/>
                </a:cubicBezTo>
                <a:cubicBezTo>
                  <a:pt x="16" y="64"/>
                  <a:pt x="1" y="51"/>
                  <a:pt x="1" y="34"/>
                </a:cubicBezTo>
                <a:cubicBezTo>
                  <a:pt x="0" y="16"/>
                  <a:pt x="13" y="2"/>
                  <a:pt x="30" y="1"/>
                </a:cubicBezTo>
                <a:cubicBezTo>
                  <a:pt x="47" y="0"/>
                  <a:pt x="62" y="13"/>
                  <a:pt x="62" y="30"/>
                </a:cubicBezTo>
                <a:close/>
              </a:path>
            </a:pathLst>
          </a:custGeom>
          <a:solidFill>
            <a:srgbClr val="FFC529"/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 fontScale="62500" lnSpcReduction="20000"/>
          </a:bodyPr>
          <a:lstStyle/>
          <a:p>
            <a:pPr marL="0" algn="ctr"/>
            <a:endParaRPr/>
          </a:p>
        </p:txBody>
      </p:sp>
      <p:sp>
        <p:nvSpPr>
          <p:cNvPr id="26" name="Freeform 26"/>
          <p:cNvSpPr/>
          <p:nvPr/>
        </p:nvSpPr>
        <p:spPr>
          <a:xfrm>
            <a:off x="9819167" y="1445178"/>
            <a:ext cx="237681" cy="239987"/>
          </a:xfrm>
          <a:custGeom>
            <a:avLst/>
            <a:gdLst/>
            <a:ahLst/>
            <a:cxnLst/>
            <a:rect l="l" t="t" r="r" b="b"/>
            <a:pathLst>
              <a:path w="64" h="64">
                <a:moveTo>
                  <a:pt x="63" y="31"/>
                </a:moveTo>
                <a:cubicBezTo>
                  <a:pt x="64" y="48"/>
                  <a:pt x="50" y="62"/>
                  <a:pt x="33" y="63"/>
                </a:cubicBezTo>
                <a:cubicBezTo>
                  <a:pt x="16" y="64"/>
                  <a:pt x="2" y="51"/>
                  <a:pt x="1" y="34"/>
                </a:cubicBezTo>
                <a:cubicBezTo>
                  <a:pt x="0" y="17"/>
                  <a:pt x="13" y="2"/>
                  <a:pt x="30" y="1"/>
                </a:cubicBezTo>
                <a:cubicBezTo>
                  <a:pt x="47" y="0"/>
                  <a:pt x="62" y="13"/>
                  <a:pt x="63" y="31"/>
                </a:cubicBezTo>
                <a:close/>
              </a:path>
            </a:pathLst>
          </a:custGeom>
          <a:solidFill>
            <a:srgbClr val="FFC529"/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 fontScale="62500" lnSpcReduction="20000"/>
          </a:bodyPr>
          <a:lstStyle/>
          <a:p>
            <a:pPr marL="0" algn="ctr"/>
            <a:endParaRPr/>
          </a:p>
        </p:txBody>
      </p:sp>
      <p:sp>
        <p:nvSpPr>
          <p:cNvPr id="27" name="Freeform 27"/>
          <p:cNvSpPr/>
          <p:nvPr/>
        </p:nvSpPr>
        <p:spPr>
          <a:xfrm>
            <a:off x="10123767" y="2439742"/>
            <a:ext cx="55382" cy="57690"/>
          </a:xfrm>
          <a:custGeom>
            <a:avLst/>
            <a:gdLst/>
            <a:ahLst/>
            <a:cxnLst/>
            <a:rect l="l" t="t" r="r" b="b"/>
            <a:pathLst>
              <a:path w="15" h="15">
                <a:moveTo>
                  <a:pt x="15" y="7"/>
                </a:moveTo>
                <a:cubicBezTo>
                  <a:pt x="15" y="11"/>
                  <a:pt x="12" y="15"/>
                  <a:pt x="8" y="15"/>
                </a:cubicBezTo>
                <a:cubicBezTo>
                  <a:pt x="4" y="15"/>
                  <a:pt x="0" y="12"/>
                  <a:pt x="0" y="8"/>
                </a:cubicBezTo>
                <a:cubicBezTo>
                  <a:pt x="0" y="4"/>
                  <a:pt x="3" y="1"/>
                  <a:pt x="7" y="0"/>
                </a:cubicBezTo>
                <a:cubicBezTo>
                  <a:pt x="11" y="0"/>
                  <a:pt x="14" y="3"/>
                  <a:pt x="15" y="7"/>
                </a:cubicBezTo>
                <a:close/>
              </a:path>
            </a:pathLst>
          </a:custGeom>
          <a:solidFill>
            <a:schemeClr val="accent1"/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28" name="Freeform 28"/>
          <p:cNvSpPr/>
          <p:nvPr/>
        </p:nvSpPr>
        <p:spPr>
          <a:xfrm>
            <a:off x="10610665" y="3171242"/>
            <a:ext cx="55382" cy="55382"/>
          </a:xfrm>
          <a:custGeom>
            <a:avLst/>
            <a:gdLst/>
            <a:ahLst/>
            <a:cxnLst/>
            <a:rect l="l" t="t" r="r" b="b"/>
            <a:pathLst>
              <a:path w="15" h="15">
                <a:moveTo>
                  <a:pt x="14" y="7"/>
                </a:moveTo>
                <a:cubicBezTo>
                  <a:pt x="15" y="11"/>
                  <a:pt x="12" y="14"/>
                  <a:pt x="8" y="14"/>
                </a:cubicBezTo>
                <a:cubicBezTo>
                  <a:pt x="3" y="15"/>
                  <a:pt x="0" y="11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11" y="0"/>
                  <a:pt x="14" y="3"/>
                  <a:pt x="14" y="7"/>
                </a:cubicBezTo>
                <a:close/>
              </a:path>
            </a:pathLst>
          </a:custGeom>
          <a:solidFill>
            <a:schemeClr val="accent1"/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29" name="Freeform 29"/>
          <p:cNvSpPr/>
          <p:nvPr/>
        </p:nvSpPr>
        <p:spPr>
          <a:xfrm>
            <a:off x="8817681" y="2195140"/>
            <a:ext cx="55382" cy="55382"/>
          </a:xfrm>
          <a:custGeom>
            <a:avLst/>
            <a:gdLst/>
            <a:ahLst/>
            <a:cxnLst/>
            <a:rect l="l" t="t" r="r" b="b"/>
            <a:pathLst>
              <a:path w="15" h="15">
                <a:moveTo>
                  <a:pt x="15" y="7"/>
                </a:moveTo>
                <a:cubicBezTo>
                  <a:pt x="15" y="11"/>
                  <a:pt x="12" y="15"/>
                  <a:pt x="8" y="15"/>
                </a:cubicBezTo>
                <a:cubicBezTo>
                  <a:pt x="4" y="15"/>
                  <a:pt x="0" y="12"/>
                  <a:pt x="0" y="8"/>
                </a:cubicBezTo>
                <a:cubicBezTo>
                  <a:pt x="0" y="4"/>
                  <a:pt x="3" y="1"/>
                  <a:pt x="7" y="1"/>
                </a:cubicBezTo>
                <a:cubicBezTo>
                  <a:pt x="11" y="0"/>
                  <a:pt x="15" y="3"/>
                  <a:pt x="15" y="7"/>
                </a:cubicBezTo>
                <a:close/>
              </a:path>
            </a:pathLst>
          </a:custGeom>
          <a:solidFill>
            <a:schemeClr val="accent1"/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30" name="Freeform 30"/>
          <p:cNvSpPr/>
          <p:nvPr/>
        </p:nvSpPr>
        <p:spPr>
          <a:xfrm>
            <a:off x="8480775" y="1389796"/>
            <a:ext cx="57690" cy="55382"/>
          </a:xfrm>
          <a:custGeom>
            <a:avLst/>
            <a:gdLst/>
            <a:ahLst/>
            <a:cxnLst/>
            <a:rect l="l" t="t" r="r" b="b"/>
            <a:pathLst>
              <a:path w="15" h="15">
                <a:moveTo>
                  <a:pt x="15" y="7"/>
                </a:moveTo>
                <a:cubicBezTo>
                  <a:pt x="15" y="11"/>
                  <a:pt x="12" y="14"/>
                  <a:pt x="8" y="14"/>
                </a:cubicBezTo>
                <a:cubicBezTo>
                  <a:pt x="4" y="15"/>
                  <a:pt x="1" y="12"/>
                  <a:pt x="1" y="8"/>
                </a:cubicBezTo>
                <a:cubicBezTo>
                  <a:pt x="0" y="3"/>
                  <a:pt x="4" y="0"/>
                  <a:pt x="8" y="0"/>
                </a:cubicBezTo>
                <a:cubicBezTo>
                  <a:pt x="12" y="0"/>
                  <a:pt x="15" y="3"/>
                  <a:pt x="15" y="7"/>
                </a:cubicBezTo>
                <a:close/>
              </a:path>
            </a:pathLst>
          </a:custGeom>
          <a:solidFill>
            <a:schemeClr val="accent1"/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31" name="Freeform 31"/>
          <p:cNvSpPr/>
          <p:nvPr/>
        </p:nvSpPr>
        <p:spPr>
          <a:xfrm>
            <a:off x="8277708" y="3178166"/>
            <a:ext cx="55382" cy="55382"/>
          </a:xfrm>
          <a:custGeom>
            <a:avLst/>
            <a:gdLst/>
            <a:ahLst/>
            <a:cxnLst/>
            <a:rect l="l" t="t" r="r" b="b"/>
            <a:pathLst>
              <a:path w="15" h="15">
                <a:moveTo>
                  <a:pt x="15" y="7"/>
                </a:moveTo>
                <a:cubicBezTo>
                  <a:pt x="15" y="11"/>
                  <a:pt x="12" y="14"/>
                  <a:pt x="8" y="15"/>
                </a:cubicBezTo>
                <a:cubicBezTo>
                  <a:pt x="4" y="15"/>
                  <a:pt x="0" y="12"/>
                  <a:pt x="0" y="8"/>
                </a:cubicBezTo>
                <a:cubicBezTo>
                  <a:pt x="0" y="4"/>
                  <a:pt x="3" y="0"/>
                  <a:pt x="7" y="0"/>
                </a:cubicBezTo>
                <a:cubicBezTo>
                  <a:pt x="11" y="0"/>
                  <a:pt x="15" y="3"/>
                  <a:pt x="15" y="7"/>
                </a:cubicBezTo>
                <a:close/>
              </a:path>
            </a:pathLst>
          </a:custGeom>
          <a:solidFill>
            <a:schemeClr val="accent1"/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32" name="Freeform 32"/>
          <p:cNvSpPr/>
          <p:nvPr/>
        </p:nvSpPr>
        <p:spPr>
          <a:xfrm>
            <a:off x="8370012" y="2354362"/>
            <a:ext cx="341521" cy="346136"/>
          </a:xfrm>
          <a:custGeom>
            <a:avLst/>
            <a:gdLst/>
            <a:ahLst/>
            <a:cxnLst/>
            <a:rect l="l" t="t" r="r" b="b"/>
            <a:pathLst>
              <a:path w="92" h="93">
                <a:moveTo>
                  <a:pt x="91" y="44"/>
                </a:moveTo>
                <a:cubicBezTo>
                  <a:pt x="92" y="69"/>
                  <a:pt x="73" y="90"/>
                  <a:pt x="48" y="91"/>
                </a:cubicBezTo>
                <a:cubicBezTo>
                  <a:pt x="23" y="93"/>
                  <a:pt x="2" y="73"/>
                  <a:pt x="1" y="49"/>
                </a:cubicBezTo>
                <a:cubicBezTo>
                  <a:pt x="0" y="24"/>
                  <a:pt x="19" y="3"/>
                  <a:pt x="44" y="1"/>
                </a:cubicBezTo>
                <a:cubicBezTo>
                  <a:pt x="69" y="0"/>
                  <a:pt x="90" y="19"/>
                  <a:pt x="91" y="44"/>
                </a:cubicBezTo>
                <a:close/>
              </a:path>
            </a:pathLst>
          </a:custGeom>
          <a:solidFill>
            <a:schemeClr val="accent1"/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 lnSpcReduction="10000"/>
          </a:bodyPr>
          <a:lstStyle/>
          <a:p>
            <a:pPr marL="0" algn="ctr"/>
            <a:endParaRPr/>
          </a:p>
        </p:txBody>
      </p:sp>
      <p:sp>
        <p:nvSpPr>
          <p:cNvPr id="33" name="Freeform 33"/>
          <p:cNvSpPr/>
          <p:nvPr/>
        </p:nvSpPr>
        <p:spPr>
          <a:xfrm>
            <a:off x="10301450" y="2772033"/>
            <a:ext cx="346136" cy="346136"/>
          </a:xfrm>
          <a:custGeom>
            <a:avLst/>
            <a:gdLst/>
            <a:ahLst/>
            <a:cxnLst/>
            <a:rect l="l" t="t" r="r" b="b"/>
            <a:pathLst>
              <a:path w="93" h="93">
                <a:moveTo>
                  <a:pt x="92" y="44"/>
                </a:moveTo>
                <a:cubicBezTo>
                  <a:pt x="93" y="69"/>
                  <a:pt x="74" y="90"/>
                  <a:pt x="49" y="91"/>
                </a:cubicBezTo>
                <a:cubicBezTo>
                  <a:pt x="24" y="93"/>
                  <a:pt x="3" y="74"/>
                  <a:pt x="2" y="49"/>
                </a:cubicBezTo>
                <a:cubicBezTo>
                  <a:pt x="0" y="24"/>
                  <a:pt x="19" y="3"/>
                  <a:pt x="44" y="1"/>
                </a:cubicBezTo>
                <a:cubicBezTo>
                  <a:pt x="69" y="0"/>
                  <a:pt x="90" y="19"/>
                  <a:pt x="92" y="44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 lnSpcReduction="10000"/>
          </a:bodyPr>
          <a:lstStyle/>
          <a:p>
            <a:pPr marL="0" algn="ctr"/>
            <a:endParaRPr/>
          </a:p>
        </p:txBody>
      </p:sp>
      <p:sp>
        <p:nvSpPr>
          <p:cNvPr id="34" name="AutoShape 34"/>
          <p:cNvSpPr/>
          <p:nvPr/>
        </p:nvSpPr>
        <p:spPr>
          <a:xfrm>
            <a:off x="8586923" y="1223651"/>
            <a:ext cx="978411" cy="978410"/>
          </a:xfrm>
          <a:prstGeom prst="ellipse">
            <a:avLst/>
          </a:prstGeom>
          <a:solidFill>
            <a:srgbClr val="EFD0E2"/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cxnSp>
        <p:nvCxnSpPr>
          <p:cNvPr id="35" name="Connector 35"/>
          <p:cNvCxnSpPr/>
          <p:nvPr/>
        </p:nvCxnSpPr>
        <p:spPr>
          <a:xfrm>
            <a:off x="8400854" y="3773427"/>
            <a:ext cx="1142924" cy="414214"/>
          </a:xfrm>
          <a:prstGeom prst="line">
            <a:avLst/>
          </a:prstGeom>
          <a:ln w="57150" cap="flat" cmpd="sng">
            <a:solidFill>
              <a:schemeClr val="accent1"/>
            </a:solidFill>
            <a:prstDash val="solid"/>
          </a:ln>
        </p:spPr>
      </p:cxnSp>
      <p:cxnSp>
        <p:nvCxnSpPr>
          <p:cNvPr id="36" name="Connector 36"/>
          <p:cNvCxnSpPr/>
          <p:nvPr/>
        </p:nvCxnSpPr>
        <p:spPr>
          <a:xfrm flipV="1">
            <a:off x="9559119" y="3903828"/>
            <a:ext cx="1020194" cy="276143"/>
          </a:xfrm>
          <a:prstGeom prst="line">
            <a:avLst/>
          </a:prstGeom>
          <a:ln w="57150" cap="flat" cmpd="sng">
            <a:solidFill>
              <a:schemeClr val="accent1"/>
            </a:solidFill>
            <a:prstDash val="solid"/>
          </a:ln>
        </p:spPr>
      </p:cxnSp>
      <p:sp>
        <p:nvSpPr>
          <p:cNvPr id="37" name="Freeform 37"/>
          <p:cNvSpPr/>
          <p:nvPr/>
        </p:nvSpPr>
        <p:spPr>
          <a:xfrm>
            <a:off x="8720997" y="3283162"/>
            <a:ext cx="1169940" cy="1169941"/>
          </a:xfrm>
          <a:custGeom>
            <a:avLst/>
            <a:gdLst/>
            <a:ahLst/>
            <a:cxnLst/>
            <a:rect l="l" t="t" r="r" b="b"/>
            <a:pathLst>
              <a:path w="314" h="314">
                <a:moveTo>
                  <a:pt x="310" y="150"/>
                </a:moveTo>
                <a:cubicBezTo>
                  <a:pt x="314" y="234"/>
                  <a:pt x="249" y="306"/>
                  <a:pt x="165" y="310"/>
                </a:cubicBezTo>
                <a:cubicBezTo>
                  <a:pt x="80" y="314"/>
                  <a:pt x="9" y="249"/>
                  <a:pt x="4" y="165"/>
                </a:cubicBezTo>
                <a:cubicBezTo>
                  <a:pt x="0" y="80"/>
                  <a:pt x="65" y="9"/>
                  <a:pt x="149" y="4"/>
                </a:cubicBezTo>
                <a:cubicBezTo>
                  <a:pt x="234" y="0"/>
                  <a:pt x="306" y="65"/>
                  <a:pt x="310" y="150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8" name="Freeform 38"/>
          <p:cNvSpPr/>
          <p:nvPr/>
        </p:nvSpPr>
        <p:spPr>
          <a:xfrm>
            <a:off x="8370011" y="2421283"/>
            <a:ext cx="953029" cy="948413"/>
          </a:xfrm>
          <a:custGeom>
            <a:avLst/>
            <a:gdLst/>
            <a:ahLst/>
            <a:cxnLst/>
            <a:rect l="l" t="t" r="r" b="b"/>
            <a:pathLst>
              <a:path w="256" h="255">
                <a:moveTo>
                  <a:pt x="252" y="121"/>
                </a:moveTo>
                <a:cubicBezTo>
                  <a:pt x="256" y="190"/>
                  <a:pt x="203" y="248"/>
                  <a:pt x="134" y="252"/>
                </a:cubicBezTo>
                <a:cubicBezTo>
                  <a:pt x="65" y="255"/>
                  <a:pt x="7" y="202"/>
                  <a:pt x="4" y="133"/>
                </a:cubicBezTo>
                <a:cubicBezTo>
                  <a:pt x="0" y="65"/>
                  <a:pt x="53" y="6"/>
                  <a:pt x="122" y="3"/>
                </a:cubicBezTo>
                <a:cubicBezTo>
                  <a:pt x="190" y="0"/>
                  <a:pt x="249" y="52"/>
                  <a:pt x="252" y="121"/>
                </a:cubicBezTo>
                <a:close/>
              </a:path>
            </a:pathLst>
          </a:custGeom>
          <a:solidFill>
            <a:srgbClr val="FFC529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9" name="Freeform 39"/>
          <p:cNvSpPr/>
          <p:nvPr/>
        </p:nvSpPr>
        <p:spPr>
          <a:xfrm>
            <a:off x="8250017" y="1851311"/>
            <a:ext cx="1169940" cy="1169941"/>
          </a:xfrm>
          <a:custGeom>
            <a:avLst/>
            <a:gdLst/>
            <a:ahLst/>
            <a:cxnLst/>
            <a:rect l="l" t="t" r="r" b="b"/>
            <a:pathLst>
              <a:path w="314" h="314">
                <a:moveTo>
                  <a:pt x="310" y="150"/>
                </a:moveTo>
                <a:cubicBezTo>
                  <a:pt x="314" y="234"/>
                  <a:pt x="249" y="306"/>
                  <a:pt x="164" y="310"/>
                </a:cubicBezTo>
                <a:cubicBezTo>
                  <a:pt x="80" y="314"/>
                  <a:pt x="8" y="249"/>
                  <a:pt x="4" y="165"/>
                </a:cubicBezTo>
                <a:cubicBezTo>
                  <a:pt x="0" y="80"/>
                  <a:pt x="65" y="9"/>
                  <a:pt x="149" y="4"/>
                </a:cubicBezTo>
                <a:cubicBezTo>
                  <a:pt x="234" y="0"/>
                  <a:pt x="305" y="65"/>
                  <a:pt x="310" y="150"/>
                </a:cubicBezTo>
                <a:close/>
              </a:path>
            </a:pathLst>
          </a:custGeom>
          <a:solidFill>
            <a:srgbClr val="FFC529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0" name="Freeform 40"/>
          <p:cNvSpPr/>
          <p:nvPr/>
        </p:nvSpPr>
        <p:spPr>
          <a:xfrm>
            <a:off x="9687635" y="2633579"/>
            <a:ext cx="856111" cy="856111"/>
          </a:xfrm>
          <a:custGeom>
            <a:avLst/>
            <a:gdLst/>
            <a:ahLst/>
            <a:cxnLst/>
            <a:rect l="l" t="t" r="r" b="b"/>
            <a:pathLst>
              <a:path w="230" h="230">
                <a:moveTo>
                  <a:pt x="227" y="109"/>
                </a:moveTo>
                <a:cubicBezTo>
                  <a:pt x="230" y="171"/>
                  <a:pt x="182" y="224"/>
                  <a:pt x="121" y="227"/>
                </a:cubicBezTo>
                <a:cubicBezTo>
                  <a:pt x="59" y="230"/>
                  <a:pt x="6" y="182"/>
                  <a:pt x="3" y="120"/>
                </a:cubicBezTo>
                <a:cubicBezTo>
                  <a:pt x="0" y="59"/>
                  <a:pt x="48" y="6"/>
                  <a:pt x="109" y="3"/>
                </a:cubicBezTo>
                <a:cubicBezTo>
                  <a:pt x="171" y="0"/>
                  <a:pt x="224" y="48"/>
                  <a:pt x="227" y="109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1" name="Freeform 41"/>
          <p:cNvSpPr/>
          <p:nvPr/>
        </p:nvSpPr>
        <p:spPr>
          <a:xfrm>
            <a:off x="8944598" y="2174371"/>
            <a:ext cx="1220707" cy="1220707"/>
          </a:xfrm>
          <a:custGeom>
            <a:avLst/>
            <a:gdLst/>
            <a:ahLst/>
            <a:cxnLst/>
            <a:rect l="l" t="t" r="r" b="b"/>
            <a:pathLst>
              <a:path w="328" h="328">
                <a:moveTo>
                  <a:pt x="323" y="156"/>
                </a:moveTo>
                <a:cubicBezTo>
                  <a:pt x="328" y="244"/>
                  <a:pt x="260" y="319"/>
                  <a:pt x="172" y="323"/>
                </a:cubicBezTo>
                <a:cubicBezTo>
                  <a:pt x="84" y="328"/>
                  <a:pt x="9" y="260"/>
                  <a:pt x="4" y="172"/>
                </a:cubicBezTo>
                <a:cubicBezTo>
                  <a:pt x="0" y="84"/>
                  <a:pt x="68" y="9"/>
                  <a:pt x="156" y="4"/>
                </a:cubicBezTo>
                <a:cubicBezTo>
                  <a:pt x="244" y="0"/>
                  <a:pt x="319" y="68"/>
                  <a:pt x="323" y="156"/>
                </a:cubicBezTo>
                <a:close/>
              </a:path>
            </a:pathLst>
          </a:custGeom>
          <a:solidFill>
            <a:schemeClr val="accent2">
              <a:lumMod val="90000"/>
            </a:schemeClr>
          </a:solidFill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2" name="Freeform 42"/>
          <p:cNvSpPr/>
          <p:nvPr/>
        </p:nvSpPr>
        <p:spPr>
          <a:xfrm>
            <a:off x="10202224" y="3547377"/>
            <a:ext cx="722271" cy="717656"/>
          </a:xfrm>
          <a:custGeom>
            <a:avLst/>
            <a:gdLst/>
            <a:ahLst/>
            <a:cxnLst/>
            <a:rect l="l" t="t" r="r" b="b"/>
            <a:pathLst>
              <a:path w="194" h="193">
                <a:moveTo>
                  <a:pt x="192" y="93"/>
                </a:moveTo>
                <a:cubicBezTo>
                  <a:pt x="194" y="145"/>
                  <a:pt x="153" y="190"/>
                  <a:pt x="101" y="192"/>
                </a:cubicBezTo>
                <a:cubicBezTo>
                  <a:pt x="84" y="193"/>
                  <a:pt x="69" y="190"/>
                  <a:pt x="55" y="183"/>
                </a:cubicBezTo>
                <a:cubicBezTo>
                  <a:pt x="50" y="181"/>
                  <a:pt x="45" y="178"/>
                  <a:pt x="40" y="174"/>
                </a:cubicBezTo>
                <a:cubicBezTo>
                  <a:pt x="25" y="163"/>
                  <a:pt x="12" y="147"/>
                  <a:pt x="6" y="127"/>
                </a:cubicBezTo>
                <a:cubicBezTo>
                  <a:pt x="4" y="122"/>
                  <a:pt x="2" y="115"/>
                  <a:pt x="1" y="109"/>
                </a:cubicBezTo>
                <a:cubicBezTo>
                  <a:pt x="1" y="106"/>
                  <a:pt x="1" y="104"/>
                  <a:pt x="1" y="101"/>
                </a:cubicBezTo>
                <a:cubicBezTo>
                  <a:pt x="0" y="79"/>
                  <a:pt x="6" y="59"/>
                  <a:pt x="18" y="43"/>
                </a:cubicBezTo>
                <a:cubicBezTo>
                  <a:pt x="26" y="31"/>
                  <a:pt x="36" y="21"/>
                  <a:pt x="48" y="14"/>
                </a:cubicBezTo>
                <a:cubicBezTo>
                  <a:pt x="61" y="6"/>
                  <a:pt x="76" y="2"/>
                  <a:pt x="92" y="1"/>
                </a:cubicBezTo>
                <a:cubicBezTo>
                  <a:pt x="129" y="0"/>
                  <a:pt x="161" y="19"/>
                  <a:pt x="179" y="48"/>
                </a:cubicBezTo>
                <a:cubicBezTo>
                  <a:pt x="179" y="48"/>
                  <a:pt x="179" y="48"/>
                  <a:pt x="179" y="48"/>
                </a:cubicBezTo>
                <a:cubicBezTo>
                  <a:pt x="187" y="61"/>
                  <a:pt x="191" y="76"/>
                  <a:pt x="192" y="93"/>
                </a:cubicBezTo>
                <a:close/>
              </a:path>
            </a:pathLst>
          </a:custGeom>
          <a:solidFill>
            <a:srgbClr val="FFC529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3" name="Freeform 43"/>
          <p:cNvSpPr/>
          <p:nvPr/>
        </p:nvSpPr>
        <p:spPr>
          <a:xfrm>
            <a:off x="7986955" y="3328158"/>
            <a:ext cx="869955" cy="869956"/>
          </a:xfrm>
          <a:custGeom>
            <a:avLst/>
            <a:gdLst/>
            <a:ahLst/>
            <a:cxnLst/>
            <a:rect l="l" t="t" r="r" b="b"/>
            <a:pathLst>
              <a:path w="234" h="234">
                <a:moveTo>
                  <a:pt x="232" y="112"/>
                </a:moveTo>
                <a:cubicBezTo>
                  <a:pt x="234" y="175"/>
                  <a:pt x="185" y="229"/>
                  <a:pt x="122" y="232"/>
                </a:cubicBezTo>
                <a:cubicBezTo>
                  <a:pt x="59" y="234"/>
                  <a:pt x="6" y="185"/>
                  <a:pt x="3" y="122"/>
                </a:cubicBezTo>
                <a:cubicBezTo>
                  <a:pt x="0" y="59"/>
                  <a:pt x="49" y="6"/>
                  <a:pt x="112" y="3"/>
                </a:cubicBezTo>
                <a:cubicBezTo>
                  <a:pt x="176" y="0"/>
                  <a:pt x="229" y="49"/>
                  <a:pt x="232" y="112"/>
                </a:cubicBezTo>
                <a:close/>
              </a:path>
            </a:pathLst>
          </a:custGeom>
          <a:solidFill>
            <a:schemeClr val="accent2">
              <a:lumMod val="90000"/>
            </a:schemeClr>
          </a:solidFill>
          <a:ln cap="flat">
            <a:prstDash val="solid"/>
          </a:ln>
        </p:spPr>
        <p:txBody>
          <a:bodyPr vert="horz" wrap="none" lIns="0" tIns="0" rIns="0" bIns="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4" name="TextBox 6"/>
          <p:cNvSpPr txBox="1"/>
          <p:nvPr/>
        </p:nvSpPr>
        <p:spPr>
          <a:xfrm>
            <a:off x="880352" y="2301800"/>
            <a:ext cx="7176321" cy="427809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>
            <a:defPPr>
              <a:defRPr lang="en-US"/>
            </a:defPPr>
            <a:lvl1pPr>
              <a:defRPr sz="1400">
                <a:latin typeface="Microsoft YaHei" pitchFamily="34" charset="-122"/>
                <a:ea typeface="Microsoft YaHei" pitchFamily="34" charset="-122"/>
              </a:defRPr>
            </a:lvl1pPr>
          </a:lstStyle>
          <a:p>
            <a:endParaRPr lang="en-US" sz="1600" dirty="0"/>
          </a:p>
          <a:p>
            <a:r>
              <a:rPr lang="en-US" sz="1600" b="1" dirty="0"/>
              <a:t>Check if File </a:t>
            </a:r>
            <a:r>
              <a:rPr lang="en-US" sz="1600" b="1" dirty="0" smtClean="0"/>
              <a:t>exist: </a:t>
            </a:r>
            <a:r>
              <a:rPr lang="en-US" sz="1600" dirty="0"/>
              <a:t> To avoid getting an error, </a:t>
            </a:r>
            <a:r>
              <a:rPr lang="en-US" sz="1600" dirty="0" smtClean="0"/>
              <a:t>we always  </a:t>
            </a:r>
            <a:r>
              <a:rPr lang="en-US" sz="1600" dirty="0"/>
              <a:t>want to check if the file exists before </a:t>
            </a:r>
            <a:r>
              <a:rPr lang="en-US" sz="1600" dirty="0" smtClean="0"/>
              <a:t>trying to delete it:</a:t>
            </a:r>
            <a:endParaRPr lang="en-US" sz="1600" dirty="0"/>
          </a:p>
          <a:p>
            <a:endParaRPr lang="en-US" sz="1600" b="1" dirty="0" smtClean="0"/>
          </a:p>
          <a:p>
            <a:r>
              <a:rPr lang="en-US" sz="1600" b="1" dirty="0" smtClean="0"/>
              <a:t>Example</a:t>
            </a:r>
            <a:endParaRPr lang="en-US" sz="1600" b="1" dirty="0"/>
          </a:p>
          <a:p>
            <a:r>
              <a:rPr lang="en-US" sz="1600" dirty="0" smtClean="0"/>
              <a:t>import </a:t>
            </a:r>
            <a:r>
              <a:rPr lang="en-US" sz="1600" dirty="0" err="1"/>
              <a:t>os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/>
              <a:t>if </a:t>
            </a:r>
            <a:r>
              <a:rPr lang="en-US" sz="1600" dirty="0" err="1"/>
              <a:t>os.path.exists</a:t>
            </a:r>
            <a:r>
              <a:rPr lang="en-US" sz="1600" dirty="0"/>
              <a:t>("demofile.txt"):</a:t>
            </a:r>
            <a:br>
              <a:rPr lang="en-US" sz="1600" dirty="0"/>
            </a:br>
            <a:r>
              <a:rPr lang="en-US" sz="1600" dirty="0"/>
              <a:t>  </a:t>
            </a:r>
            <a:r>
              <a:rPr lang="en-US" sz="1600" dirty="0" err="1"/>
              <a:t>os.remove</a:t>
            </a:r>
            <a:r>
              <a:rPr lang="en-US" sz="1600" dirty="0"/>
              <a:t>("demofile.txt")</a:t>
            </a:r>
            <a:br>
              <a:rPr lang="en-US" sz="1600" dirty="0"/>
            </a:br>
            <a:r>
              <a:rPr lang="en-US" sz="1600" dirty="0"/>
              <a:t>else:</a:t>
            </a:r>
            <a:br>
              <a:rPr lang="en-US" sz="1600" dirty="0"/>
            </a:br>
            <a:r>
              <a:rPr lang="en-US" sz="1600" dirty="0"/>
              <a:t>  print("The file does not exist") </a:t>
            </a:r>
            <a:endParaRPr lang="en-US" sz="1600" dirty="0"/>
          </a:p>
          <a:p>
            <a:endParaRPr lang="en-US" sz="1600" dirty="0"/>
          </a:p>
          <a:p>
            <a:r>
              <a:rPr lang="en-US" sz="1600" b="1" dirty="0"/>
              <a:t>Delete </a:t>
            </a:r>
            <a:r>
              <a:rPr lang="en-US" sz="1600" b="1" dirty="0" smtClean="0"/>
              <a:t>Folder: </a:t>
            </a:r>
            <a:r>
              <a:rPr lang="en-US" sz="1600" dirty="0"/>
              <a:t>To delete an entire folder, use the </a:t>
            </a:r>
            <a:r>
              <a:rPr lang="en-US" sz="1600" dirty="0" err="1"/>
              <a:t>os.rmdir</a:t>
            </a:r>
            <a:r>
              <a:rPr lang="en-US" sz="1600" dirty="0"/>
              <a:t>() </a:t>
            </a:r>
            <a:r>
              <a:rPr lang="en-US" sz="1600" dirty="0" smtClean="0"/>
              <a:t>method</a:t>
            </a:r>
          </a:p>
          <a:p>
            <a:r>
              <a:rPr lang="en-US" sz="1600" dirty="0"/>
              <a:t>Example: Remove the folder "</a:t>
            </a:r>
            <a:r>
              <a:rPr lang="en-US" sz="1600" dirty="0" err="1"/>
              <a:t>myfolder</a:t>
            </a:r>
            <a:r>
              <a:rPr lang="en-US" sz="1600" dirty="0"/>
              <a:t>":</a:t>
            </a:r>
          </a:p>
          <a:p>
            <a:r>
              <a:rPr lang="en-US" sz="1600" dirty="0"/>
              <a:t>import </a:t>
            </a:r>
            <a:r>
              <a:rPr lang="en-US" sz="1600" dirty="0" err="1"/>
              <a:t>os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 err="1"/>
              <a:t>os.rmdir</a:t>
            </a:r>
            <a:r>
              <a:rPr lang="en-US" sz="1600" dirty="0"/>
              <a:t>("</a:t>
            </a:r>
            <a:r>
              <a:rPr lang="en-US" sz="1600" dirty="0" err="1"/>
              <a:t>myfolder</a:t>
            </a:r>
            <a:r>
              <a:rPr lang="en-US" sz="1600" dirty="0"/>
              <a:t>") </a:t>
            </a:r>
            <a:endParaRPr lang="en-US" sz="1600" dirty="0"/>
          </a:p>
          <a:p>
            <a:endParaRPr lang="en-US" sz="1600" dirty="0" smtClean="0"/>
          </a:p>
          <a:p>
            <a:r>
              <a:rPr lang="en-US" sz="1600" b="1" dirty="0" smtClean="0"/>
              <a:t>NOTE: </a:t>
            </a:r>
            <a:r>
              <a:rPr lang="en-US" sz="1600" dirty="0"/>
              <a:t>You can only remove </a:t>
            </a:r>
            <a:r>
              <a:rPr lang="en-US" sz="1600" i="1" dirty="0"/>
              <a:t>empty</a:t>
            </a:r>
            <a:r>
              <a:rPr lang="en-US" sz="1600" dirty="0"/>
              <a:t> folders.</a:t>
            </a: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35908792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85800" y="2017797"/>
            <a:ext cx="10858500" cy="1450756"/>
          </a:xfrm>
        </p:spPr>
        <p:txBody>
          <a:bodyPr vert="horz" lIns="91440" tIns="45720" rIns="91440" bIns="45720" anchor="b">
            <a:norm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72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Thank you.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21814" y="3465622"/>
            <a:ext cx="10858500" cy="129244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ctr">
              <a:spcBef>
                <a:spcPts val="1000"/>
              </a:spcBef>
              <a:defRPr/>
            </a:pPr>
            <a:r>
              <a:rPr lang="en-US" altLang="zh-CN" sz="24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Elijah </a:t>
            </a:r>
            <a:r>
              <a:rPr lang="en-US" altLang="zh-CN" sz="2400" b="0" i="0" u="none" baseline="0" dirty="0" err="1">
                <a:solidFill>
                  <a:srgbClr val="000000"/>
                </a:solidFill>
                <a:latin typeface="微软雅黑"/>
                <a:ea typeface="微软雅黑"/>
              </a:rPr>
              <a:t>Abolaji</a:t>
            </a:r>
            <a:endParaRPr lang="en-US" altLang="zh-CN" sz="2400" b="0" i="0" u="none" baseline="0" dirty="0">
              <a:solidFill>
                <a:srgbClr val="000000"/>
              </a:solidFill>
              <a:latin typeface="微软雅黑"/>
              <a:ea typeface="微软雅黑"/>
            </a:endParaRPr>
          </a:p>
          <a:p>
            <a:pPr marL="0" indent="0" algn="ctr">
              <a:spcBef>
                <a:spcPts val="1000"/>
              </a:spcBef>
              <a:defRPr/>
            </a:pPr>
            <a:r>
              <a:rPr lang="en-US" sz="2400" dirty="0">
                <a:solidFill>
                  <a:srgbClr val="C00000"/>
                </a:solidFill>
                <a:latin typeface="微软雅黑"/>
                <a:ea typeface="微软雅黑"/>
              </a:rPr>
              <a:t>tyabolaji@gmail.com</a:t>
            </a:r>
          </a:p>
          <a:p>
            <a:pPr marL="0" indent="0" algn="ctr">
              <a:spcBef>
                <a:spcPts val="1000"/>
              </a:spcBef>
              <a:defRPr/>
            </a:pPr>
            <a:r>
              <a:rPr lang="en-US" sz="2400" dirty="0">
                <a:solidFill>
                  <a:srgbClr val="000000"/>
                </a:solidFill>
                <a:latin typeface="微软雅黑"/>
                <a:ea typeface="微软雅黑"/>
              </a:rPr>
              <a:t>+2348069213941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FF9A2C"/>
      </a:accent1>
      <a:accent2>
        <a:srgbClr val="FFC717"/>
      </a:accent2>
      <a:accent3>
        <a:srgbClr val="FF5900"/>
      </a:accent3>
      <a:accent4>
        <a:srgbClr val="2B4BA9"/>
      </a:accent4>
      <a:accent5>
        <a:srgbClr val="A5A5A5"/>
      </a:accent5>
      <a:accent6>
        <a:srgbClr val="C9C9C9"/>
      </a:accent6>
      <a:hlink>
        <a:srgbClr val="FF9A2C"/>
      </a:hlink>
      <a:folHlink>
        <a:srgbClr val="BFBFBF"/>
      </a:folHlink>
    </a:clrScheme>
    <a:fontScheme name="Office">
      <a:majorFont>
        <a:latin typeface="Arial"/>
        <a:ea typeface="微软雅黑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微软雅黑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454</Words>
  <Application>Microsoft Office PowerPoint</Application>
  <PresentationFormat>Custom</PresentationFormat>
  <Paragraphs>73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PYTHON  FILE HANDLING</vt:lpstr>
      <vt:lpstr>Open() function</vt:lpstr>
      <vt:lpstr>Open()</vt:lpstr>
      <vt:lpstr>READING FILES</vt:lpstr>
      <vt:lpstr>Open().read()</vt:lpstr>
      <vt:lpstr>WRITE/CREATE FILES</vt:lpstr>
      <vt:lpstr>Writing to an existing file</vt:lpstr>
      <vt:lpstr>DELETE FILES</vt:lpstr>
      <vt:lpstr>Deleting file</vt:lpstr>
      <vt:lpstr>Thank you.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Science</dc:title>
  <dc:creator>User</dc:creator>
  <cp:lastModifiedBy>User</cp:lastModifiedBy>
  <cp:revision>17</cp:revision>
  <dcterms:created xsi:type="dcterms:W3CDTF">2006-08-16T00:00:00Z</dcterms:created>
  <dcterms:modified xsi:type="dcterms:W3CDTF">2025-02-05T09:56:05Z</dcterms:modified>
</cp:coreProperties>
</file>